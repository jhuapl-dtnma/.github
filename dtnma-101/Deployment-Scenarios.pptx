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674" r:id="rId2"/>
    <p:sldId id="258" r:id="rId3"/>
    <p:sldId id="675" r:id="rId4"/>
    <p:sldId id="676" r:id="rId5"/>
    <p:sldId id="677" r:id="rId6"/>
    <p:sldId id="679" r:id="rId7"/>
    <p:sldId id="256" r:id="rId8"/>
    <p:sldId id="678" r:id="rId9"/>
    <p:sldId id="257" r:id="rId10"/>
    <p:sldId id="2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C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36FDA-0FA5-410F-BEF8-AEA309ADF3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02B1F5-6421-4994-B21F-1B2311B8EE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AC837-FC36-4565-8F70-4AD768A5E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87C68-5FE3-4E61-A2EC-9FFED215B31E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55D33-A999-4C6C-B284-EC8ECE9E2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E7771-DE62-436D-9D69-B824BFA96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D4DF-F1D8-4B3E-9D86-814F5DEDF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626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6BAC5-2FFE-4CB0-B95A-C5857AA11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E7757-9757-4DBF-8263-C61AC24E7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88DB6-B206-496C-BE2E-CFB161752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87C68-5FE3-4E61-A2EC-9FFED215B31E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965DD-7216-4CF0-AD3B-8620E23EF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2F7E2-6984-4292-A3C4-E78D527E9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D4DF-F1D8-4B3E-9D86-814F5DEDF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34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6949-E44F-4D73-8F77-212DC1853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FBE16B-3371-41D4-A16A-9F441417B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521ED-5CA4-49C9-900F-80777377C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87C68-5FE3-4E61-A2EC-9FFED215B31E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697AB-50F5-45C3-AA2E-35FDB74F7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F7D09-80F1-4C81-998F-55068324B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D4DF-F1D8-4B3E-9D86-814F5DEDF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827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BF834-BC3A-47CC-937F-C3296270E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6D0F5-00BF-4A19-B6B2-F2A23F3B36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D626E6-6CFE-42C6-A0F1-3F1D2070B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1E9C3A-BE57-498B-B4E5-7620678A7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87C68-5FE3-4E61-A2EC-9FFED215B31E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9885C6-376F-4DC7-B209-E7BA455C5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A62FCC-DF39-478D-95C8-BE8910DB9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D4DF-F1D8-4B3E-9D86-814F5DEDF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308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41DBD-F639-491F-83C5-1B91B8F70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813B76-E881-45DC-AE3F-38D378C3C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A49A69-FB00-4031-A3A9-C18EC44CC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D45DB2-8E80-4189-9605-9B534FA208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0DB41F-0AEA-4E71-96C3-089F470B50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E92325-27C1-4084-AF1A-D1E862F96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87C68-5FE3-4E61-A2EC-9FFED215B31E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1D1CF2-D4B6-4E89-B27A-646417E91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4BD50-0C72-49F1-B65C-17675D88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D4DF-F1D8-4B3E-9D86-814F5DEDF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402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8D38F-4C97-4DB4-8C4A-D716A634A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6200DE-D03B-4CE4-8287-1C251EBA4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87C68-5FE3-4E61-A2EC-9FFED215B31E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0D9729-70DB-4EC1-B04D-9BF340132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1F9B4-9C9A-4A46-9A83-D84FDF78A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D4DF-F1D8-4B3E-9D86-814F5DEDF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521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A54592-F20D-4D14-9300-38BAD75E4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87C68-5FE3-4E61-A2EC-9FFED215B31E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F3A1E2-7023-4008-9DBA-913363FED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3FC82B-A0B0-4936-B4D3-EBF577052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D4DF-F1D8-4B3E-9D86-814F5DEDF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910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47911-EAC9-43D2-8FFC-84C80A587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2A369-0D3E-4C47-99C9-FFDB8AA35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9113FA-F815-4FF1-BC56-F3FA2D1578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0B764-A2BB-4F50-9746-38D7D048B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87C68-5FE3-4E61-A2EC-9FFED215B31E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A2AB6-571B-460A-8745-D45D91412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CE958-F240-4182-91C1-3538E4F8F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D4DF-F1D8-4B3E-9D86-814F5DEDF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17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73E29-1A95-4216-BCEA-2B1829C50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F79B5D-4DDC-4565-B0C3-2562DBC241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958B54-EEA5-4973-9EEF-0A81DA1004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73279-5432-4551-ACC1-0F69D473F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87C68-5FE3-4E61-A2EC-9FFED215B31E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DCF352-C5D1-4B4C-9155-E8B870097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7FEE3E-C83D-4A98-96BF-C44EAA64E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D4DF-F1D8-4B3E-9D86-814F5DEDF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381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B9024-FF17-48DC-98D4-4D77F1F15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F0A8C-5B43-46CF-9BBA-0AFEC6FE2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D12DB-58BF-48FC-9227-B710FC549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87C68-5FE3-4E61-A2EC-9FFED215B31E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60586-EAE5-4488-9093-29F275A69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ACF56-9E62-4981-A0A4-1EF9ABA15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D4DF-F1D8-4B3E-9D86-814F5DEDF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921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C0180E-5EF3-4277-A074-D0C3DCABEA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4D3972-9EF0-4BD9-8BCB-1841933D38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DCB23-0422-4E26-817B-367106582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87C68-5FE3-4E61-A2EC-9FFED215B31E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F0A02-2E7D-4382-8134-F898D4E0D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24344-6CF2-4624-A8D0-BCE4AFE62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AD4DF-F1D8-4B3E-9D86-814F5DEDF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859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F65DE5-02AF-48DA-A1A7-C916238F9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FC70CF-1038-44C9-932A-40A7BFAD1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69B56-EB92-4A52-958B-A6C47E81DF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87C68-5FE3-4E61-A2EC-9FFED215B31E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8F421-55D7-4768-BAC0-90A1CB0626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02BD8-CCB3-4382-A4CC-0BE5E4F180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AD4DF-F1D8-4B3E-9D86-814F5DEDF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381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fc-editor.org/rfc/rfc9172.html" TargetMode="External"/><Relationship Id="rId3" Type="http://schemas.openxmlformats.org/officeDocument/2006/relationships/hyperlink" Target="https://datatracker.ietf.org/doc/draft-ietf-dtn-amm/" TargetMode="External"/><Relationship Id="rId7" Type="http://schemas.openxmlformats.org/officeDocument/2006/relationships/hyperlink" Target="https://www.rfc-editor.org/rfc/rfc9171.html" TargetMode="External"/><Relationship Id="rId2" Type="http://schemas.openxmlformats.org/officeDocument/2006/relationships/hyperlink" Target="https://www.rfc-editor.org/rfc/rfc9675.html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atatracker.ietf.org/doc/draft-birrane-dtn-amp/" TargetMode="External"/><Relationship Id="rId11" Type="http://schemas.openxmlformats.org/officeDocument/2006/relationships/hyperlink" Target="https://www.rfc-editor.org/rfc/rfc8949.html" TargetMode="External"/><Relationship Id="rId5" Type="http://schemas.openxmlformats.org/officeDocument/2006/relationships/hyperlink" Target="https://datatracker.ietf.org/doc/draft-ietf-dtn-adm-yang/" TargetMode="External"/><Relationship Id="rId10" Type="http://schemas.openxmlformats.org/officeDocument/2006/relationships/hyperlink" Target="https://www.rfc-editor.org/rfc/rfc3986.html" TargetMode="External"/><Relationship Id="rId4" Type="http://schemas.openxmlformats.org/officeDocument/2006/relationships/hyperlink" Target="https://datatracker.ietf.org/doc/draft-ietf-dtn-ari/" TargetMode="External"/><Relationship Id="rId9" Type="http://schemas.openxmlformats.org/officeDocument/2006/relationships/hyperlink" Target="https://www.rfc-editor.org/rfc/rfc7950.html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>
            <a:hlinkClick r:id="rId2"/>
            <a:extLst>
              <a:ext uri="{FF2B5EF4-FFF2-40B4-BE49-F238E27FC236}">
                <a16:creationId xmlns:a16="http://schemas.microsoft.com/office/drawing/2014/main" id="{C242E193-917F-421D-BFFC-AA0040DFF065}"/>
              </a:ext>
            </a:extLst>
          </p:cNvPr>
          <p:cNvSpPr/>
          <p:nvPr/>
        </p:nvSpPr>
        <p:spPr>
          <a:xfrm>
            <a:off x="6201934" y="1076640"/>
            <a:ext cx="2547257" cy="1063690"/>
          </a:xfrm>
          <a:prstGeom prst="ellipse">
            <a:avLst/>
          </a:prstGeom>
          <a:gradFill rotWithShape="1">
            <a:gsLst>
              <a:gs pos="0">
                <a:srgbClr val="74AA50">
                  <a:lumMod val="110000"/>
                  <a:satMod val="105000"/>
                  <a:tint val="67000"/>
                </a:srgbClr>
              </a:gs>
              <a:gs pos="50000">
                <a:srgbClr val="74AA50">
                  <a:lumMod val="105000"/>
                  <a:satMod val="103000"/>
                  <a:tint val="73000"/>
                </a:srgbClr>
              </a:gs>
              <a:gs pos="100000">
                <a:srgbClr val="74AA5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74AA50"/>
            </a:solidFill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RFC 9675</a:t>
            </a:r>
            <a:b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DTNMA</a:t>
            </a:r>
          </a:p>
        </p:txBody>
      </p:sp>
      <p:sp>
        <p:nvSpPr>
          <p:cNvPr id="26" name="Oval 25">
            <a:hlinkClick r:id="rId3"/>
            <a:extLst>
              <a:ext uri="{FF2B5EF4-FFF2-40B4-BE49-F238E27FC236}">
                <a16:creationId xmlns:a16="http://schemas.microsoft.com/office/drawing/2014/main" id="{F70CC0E2-FED0-4C00-9D4F-54DCE447B2D9}"/>
              </a:ext>
            </a:extLst>
          </p:cNvPr>
          <p:cNvSpPr/>
          <p:nvPr/>
        </p:nvSpPr>
        <p:spPr>
          <a:xfrm>
            <a:off x="3279381" y="1914465"/>
            <a:ext cx="2547257" cy="1063690"/>
          </a:xfrm>
          <a:prstGeom prst="ellipse">
            <a:avLst/>
          </a:prstGeom>
          <a:gradFill rotWithShape="1">
            <a:gsLst>
              <a:gs pos="0">
                <a:srgbClr val="FF9E16">
                  <a:lumMod val="110000"/>
                  <a:satMod val="105000"/>
                  <a:tint val="67000"/>
                </a:srgbClr>
              </a:gs>
              <a:gs pos="50000">
                <a:srgbClr val="FF9E16">
                  <a:lumMod val="105000"/>
                  <a:satMod val="103000"/>
                  <a:tint val="73000"/>
                </a:srgbClr>
              </a:gs>
              <a:gs pos="100000">
                <a:srgbClr val="FF9E16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9E16"/>
            </a:solidFill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DTNMA AMM</a:t>
            </a:r>
          </a:p>
        </p:txBody>
      </p:sp>
      <p:sp>
        <p:nvSpPr>
          <p:cNvPr id="27" name="Oval 26">
            <a:hlinkClick r:id="rId4"/>
            <a:extLst>
              <a:ext uri="{FF2B5EF4-FFF2-40B4-BE49-F238E27FC236}">
                <a16:creationId xmlns:a16="http://schemas.microsoft.com/office/drawing/2014/main" id="{DD910582-DB50-4183-ACC9-BF353DADA093}"/>
              </a:ext>
            </a:extLst>
          </p:cNvPr>
          <p:cNvSpPr/>
          <p:nvPr/>
        </p:nvSpPr>
        <p:spPr>
          <a:xfrm>
            <a:off x="3279381" y="3815980"/>
            <a:ext cx="2547257" cy="1063690"/>
          </a:xfrm>
          <a:prstGeom prst="ellipse">
            <a:avLst/>
          </a:prstGeom>
          <a:gradFill rotWithShape="1">
            <a:gsLst>
              <a:gs pos="0">
                <a:srgbClr val="FF9E16">
                  <a:lumMod val="110000"/>
                  <a:satMod val="105000"/>
                  <a:tint val="67000"/>
                </a:srgbClr>
              </a:gs>
              <a:gs pos="50000">
                <a:srgbClr val="FF9E16">
                  <a:lumMod val="105000"/>
                  <a:satMod val="103000"/>
                  <a:tint val="73000"/>
                </a:srgbClr>
              </a:gs>
              <a:gs pos="100000">
                <a:srgbClr val="FF9E16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9E16"/>
            </a:solidFill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DTNMA ARI</a:t>
            </a:r>
          </a:p>
        </p:txBody>
      </p:sp>
      <p:sp>
        <p:nvSpPr>
          <p:cNvPr id="28" name="Oval 27">
            <a:hlinkClick r:id="rId5"/>
            <a:extLst>
              <a:ext uri="{FF2B5EF4-FFF2-40B4-BE49-F238E27FC236}">
                <a16:creationId xmlns:a16="http://schemas.microsoft.com/office/drawing/2014/main" id="{C768C1C4-A39E-43A7-A96C-1FB5ADA9A4A7}"/>
              </a:ext>
            </a:extLst>
          </p:cNvPr>
          <p:cNvSpPr/>
          <p:nvPr/>
        </p:nvSpPr>
        <p:spPr>
          <a:xfrm>
            <a:off x="6230111" y="2861372"/>
            <a:ext cx="2547257" cy="1063690"/>
          </a:xfrm>
          <a:prstGeom prst="ellipse">
            <a:avLst/>
          </a:prstGeom>
          <a:gradFill rotWithShape="1">
            <a:gsLst>
              <a:gs pos="0">
                <a:srgbClr val="FF9E16">
                  <a:lumMod val="110000"/>
                  <a:satMod val="105000"/>
                  <a:tint val="67000"/>
                </a:srgbClr>
              </a:gs>
              <a:gs pos="50000">
                <a:srgbClr val="FF9E16">
                  <a:lumMod val="105000"/>
                  <a:satMod val="103000"/>
                  <a:tint val="73000"/>
                </a:srgbClr>
              </a:gs>
              <a:gs pos="100000">
                <a:srgbClr val="FF9E16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9E16"/>
            </a:solidFill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DTNMA ADM-YANG</a:t>
            </a:r>
          </a:p>
        </p:txBody>
      </p:sp>
      <p:sp>
        <p:nvSpPr>
          <p:cNvPr id="29" name="Oval 28">
            <a:hlinkClick r:id="rId6"/>
            <a:extLst>
              <a:ext uri="{FF2B5EF4-FFF2-40B4-BE49-F238E27FC236}">
                <a16:creationId xmlns:a16="http://schemas.microsoft.com/office/drawing/2014/main" id="{18761DE9-F854-496F-B96A-6244A1967A99}"/>
              </a:ext>
            </a:extLst>
          </p:cNvPr>
          <p:cNvSpPr/>
          <p:nvPr/>
        </p:nvSpPr>
        <p:spPr>
          <a:xfrm>
            <a:off x="6201932" y="4676151"/>
            <a:ext cx="2547257" cy="1063690"/>
          </a:xfrm>
          <a:prstGeom prst="ellipse">
            <a:avLst/>
          </a:prstGeom>
          <a:gradFill rotWithShape="1">
            <a:gsLst>
              <a:gs pos="0">
                <a:srgbClr val="FF9E16">
                  <a:lumMod val="110000"/>
                  <a:satMod val="105000"/>
                  <a:tint val="67000"/>
                </a:srgbClr>
              </a:gs>
              <a:gs pos="50000">
                <a:srgbClr val="FF9E16">
                  <a:lumMod val="105000"/>
                  <a:satMod val="103000"/>
                  <a:tint val="73000"/>
                </a:srgbClr>
              </a:gs>
              <a:gs pos="100000">
                <a:srgbClr val="FF9E16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FF9E16"/>
            </a:solidFill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DTNMA AMP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B7240B2-11ED-4205-83EC-6F9384EF01E8}"/>
              </a:ext>
            </a:extLst>
          </p:cNvPr>
          <p:cNvCxnSpPr>
            <a:stCxn id="26" idx="7"/>
            <a:endCxn id="25" idx="2"/>
          </p:cNvCxnSpPr>
          <p:nvPr/>
        </p:nvCxnSpPr>
        <p:spPr>
          <a:xfrm flipV="1">
            <a:off x="5453601" y="1608485"/>
            <a:ext cx="748333" cy="461754"/>
          </a:xfrm>
          <a:prstGeom prst="straightConnector1">
            <a:avLst/>
          </a:prstGeom>
          <a:noFill/>
          <a:ln w="76200" cap="flat" cmpd="sng" algn="ctr">
            <a:solidFill>
              <a:srgbClr val="002C73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D2DF90D-E4DF-43EF-AC24-FCB93C04CB43}"/>
              </a:ext>
            </a:extLst>
          </p:cNvPr>
          <p:cNvCxnSpPr>
            <a:cxnSpLocks/>
            <a:stCxn id="27" idx="0"/>
            <a:endCxn id="26" idx="4"/>
          </p:cNvCxnSpPr>
          <p:nvPr/>
        </p:nvCxnSpPr>
        <p:spPr>
          <a:xfrm flipV="1">
            <a:off x="4553010" y="2978155"/>
            <a:ext cx="0" cy="837825"/>
          </a:xfrm>
          <a:prstGeom prst="straightConnector1">
            <a:avLst/>
          </a:prstGeom>
          <a:noFill/>
          <a:ln w="76200" cap="flat" cmpd="sng" algn="ctr">
            <a:solidFill>
              <a:srgbClr val="002C73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44BAD81-3D31-488F-9C8C-1650D0F38D05}"/>
              </a:ext>
            </a:extLst>
          </p:cNvPr>
          <p:cNvCxnSpPr>
            <a:cxnSpLocks/>
            <a:stCxn id="28" idx="1"/>
            <a:endCxn id="26" idx="5"/>
          </p:cNvCxnSpPr>
          <p:nvPr/>
        </p:nvCxnSpPr>
        <p:spPr>
          <a:xfrm flipH="1" flipV="1">
            <a:off x="5453601" y="2822381"/>
            <a:ext cx="1149547" cy="194765"/>
          </a:xfrm>
          <a:prstGeom prst="straightConnector1">
            <a:avLst/>
          </a:prstGeom>
          <a:noFill/>
          <a:ln w="76200" cap="flat" cmpd="sng" algn="ctr">
            <a:solidFill>
              <a:srgbClr val="002C73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57E0B54-CB98-4E20-9531-0C51D34A5372}"/>
              </a:ext>
            </a:extLst>
          </p:cNvPr>
          <p:cNvCxnSpPr>
            <a:cxnSpLocks/>
            <a:stCxn id="29" idx="2"/>
            <a:endCxn id="27" idx="5"/>
          </p:cNvCxnSpPr>
          <p:nvPr/>
        </p:nvCxnSpPr>
        <p:spPr>
          <a:xfrm flipH="1" flipV="1">
            <a:off x="5453601" y="4723896"/>
            <a:ext cx="748331" cy="484100"/>
          </a:xfrm>
          <a:prstGeom prst="straightConnector1">
            <a:avLst/>
          </a:prstGeom>
          <a:noFill/>
          <a:ln w="76200" cap="flat" cmpd="sng" algn="ctr">
            <a:solidFill>
              <a:srgbClr val="002C73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1340A41-C6D3-4483-93AD-FED08E862A99}"/>
              </a:ext>
            </a:extLst>
          </p:cNvPr>
          <p:cNvCxnSpPr>
            <a:cxnSpLocks/>
            <a:stCxn id="28" idx="3"/>
            <a:endCxn id="27" idx="7"/>
          </p:cNvCxnSpPr>
          <p:nvPr/>
        </p:nvCxnSpPr>
        <p:spPr>
          <a:xfrm flipH="1">
            <a:off x="5453601" y="3769288"/>
            <a:ext cx="1149547" cy="202466"/>
          </a:xfrm>
          <a:prstGeom prst="straightConnector1">
            <a:avLst/>
          </a:prstGeom>
          <a:noFill/>
          <a:ln w="76200" cap="flat" cmpd="sng" algn="ctr">
            <a:solidFill>
              <a:srgbClr val="002C7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5" name="Oval 34">
            <a:hlinkClick r:id="rId7"/>
            <a:extLst>
              <a:ext uri="{FF2B5EF4-FFF2-40B4-BE49-F238E27FC236}">
                <a16:creationId xmlns:a16="http://schemas.microsoft.com/office/drawing/2014/main" id="{BDB393A3-0D27-4126-97B5-619F7780E56B}"/>
              </a:ext>
            </a:extLst>
          </p:cNvPr>
          <p:cNvSpPr/>
          <p:nvPr/>
        </p:nvSpPr>
        <p:spPr>
          <a:xfrm>
            <a:off x="9289500" y="4027695"/>
            <a:ext cx="1536441" cy="1076468"/>
          </a:xfrm>
          <a:prstGeom prst="ellipse">
            <a:avLst/>
          </a:prstGeom>
          <a:gradFill rotWithShape="1">
            <a:gsLst>
              <a:gs pos="0">
                <a:srgbClr val="74AA50">
                  <a:lumMod val="110000"/>
                  <a:satMod val="105000"/>
                  <a:tint val="67000"/>
                </a:srgbClr>
              </a:gs>
              <a:gs pos="50000">
                <a:srgbClr val="74AA50">
                  <a:lumMod val="105000"/>
                  <a:satMod val="103000"/>
                  <a:tint val="73000"/>
                </a:srgbClr>
              </a:gs>
              <a:gs pos="100000">
                <a:srgbClr val="74AA5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74AA50"/>
            </a:solidFill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RFC 9171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BPv7</a:t>
            </a:r>
          </a:p>
        </p:txBody>
      </p:sp>
      <p:sp>
        <p:nvSpPr>
          <p:cNvPr id="36" name="Oval 35">
            <a:hlinkClick r:id="rId8"/>
            <a:extLst>
              <a:ext uri="{FF2B5EF4-FFF2-40B4-BE49-F238E27FC236}">
                <a16:creationId xmlns:a16="http://schemas.microsoft.com/office/drawing/2014/main" id="{E271E767-9794-42CB-95CD-BB8882C80507}"/>
              </a:ext>
            </a:extLst>
          </p:cNvPr>
          <p:cNvSpPr/>
          <p:nvPr/>
        </p:nvSpPr>
        <p:spPr>
          <a:xfrm>
            <a:off x="9289500" y="5211857"/>
            <a:ext cx="1536441" cy="1076468"/>
          </a:xfrm>
          <a:prstGeom prst="ellipse">
            <a:avLst/>
          </a:prstGeom>
          <a:gradFill rotWithShape="1">
            <a:gsLst>
              <a:gs pos="0">
                <a:srgbClr val="74AA50">
                  <a:lumMod val="110000"/>
                  <a:satMod val="105000"/>
                  <a:tint val="67000"/>
                </a:srgbClr>
              </a:gs>
              <a:gs pos="50000">
                <a:srgbClr val="74AA50">
                  <a:lumMod val="105000"/>
                  <a:satMod val="103000"/>
                  <a:tint val="73000"/>
                </a:srgbClr>
              </a:gs>
              <a:gs pos="100000">
                <a:srgbClr val="74AA5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74AA50"/>
            </a:solidFill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RFC 9172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BPSec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19D9C53-7051-43BF-BAAD-F00174CCA59B}"/>
              </a:ext>
            </a:extLst>
          </p:cNvPr>
          <p:cNvCxnSpPr>
            <a:cxnSpLocks/>
            <a:stCxn id="29" idx="7"/>
            <a:endCxn id="35" idx="2"/>
          </p:cNvCxnSpPr>
          <p:nvPr/>
        </p:nvCxnSpPr>
        <p:spPr>
          <a:xfrm flipV="1">
            <a:off x="8376152" y="4565929"/>
            <a:ext cx="913348" cy="265996"/>
          </a:xfrm>
          <a:prstGeom prst="straightConnector1">
            <a:avLst/>
          </a:prstGeom>
          <a:noFill/>
          <a:ln w="76200" cap="flat" cmpd="sng" algn="ctr">
            <a:solidFill>
              <a:srgbClr val="002C73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73215A5-315B-4F24-B9B9-5331EFF2B0D9}"/>
              </a:ext>
            </a:extLst>
          </p:cNvPr>
          <p:cNvCxnSpPr>
            <a:cxnSpLocks/>
            <a:stCxn id="29" idx="5"/>
            <a:endCxn id="36" idx="2"/>
          </p:cNvCxnSpPr>
          <p:nvPr/>
        </p:nvCxnSpPr>
        <p:spPr>
          <a:xfrm>
            <a:off x="8376152" y="5584067"/>
            <a:ext cx="913348" cy="166024"/>
          </a:xfrm>
          <a:prstGeom prst="straightConnector1">
            <a:avLst/>
          </a:prstGeom>
          <a:noFill/>
          <a:ln w="76200" cap="flat" cmpd="sng" algn="ctr">
            <a:solidFill>
              <a:srgbClr val="002C7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9" name="Oval 38">
            <a:hlinkClick r:id="rId9"/>
            <a:extLst>
              <a:ext uri="{FF2B5EF4-FFF2-40B4-BE49-F238E27FC236}">
                <a16:creationId xmlns:a16="http://schemas.microsoft.com/office/drawing/2014/main" id="{53D3DF98-79D2-4CF0-ACD7-70FA09049E35}"/>
              </a:ext>
            </a:extLst>
          </p:cNvPr>
          <p:cNvSpPr/>
          <p:nvPr/>
        </p:nvSpPr>
        <p:spPr>
          <a:xfrm>
            <a:off x="9289499" y="2700848"/>
            <a:ext cx="1536441" cy="1076468"/>
          </a:xfrm>
          <a:prstGeom prst="ellipse">
            <a:avLst/>
          </a:prstGeom>
          <a:gradFill rotWithShape="1">
            <a:gsLst>
              <a:gs pos="0">
                <a:srgbClr val="74AA50">
                  <a:lumMod val="110000"/>
                  <a:satMod val="105000"/>
                  <a:tint val="67000"/>
                </a:srgbClr>
              </a:gs>
              <a:gs pos="50000">
                <a:srgbClr val="74AA50">
                  <a:lumMod val="105000"/>
                  <a:satMod val="103000"/>
                  <a:tint val="73000"/>
                </a:srgbClr>
              </a:gs>
              <a:gs pos="100000">
                <a:srgbClr val="74AA5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74AA50"/>
            </a:solidFill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RFC 7950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YANGv1.1</a:t>
            </a:r>
          </a:p>
        </p:txBody>
      </p:sp>
      <p:sp>
        <p:nvSpPr>
          <p:cNvPr id="40" name="Oval 39">
            <a:hlinkClick r:id="rId10"/>
            <a:extLst>
              <a:ext uri="{FF2B5EF4-FFF2-40B4-BE49-F238E27FC236}">
                <a16:creationId xmlns:a16="http://schemas.microsoft.com/office/drawing/2014/main" id="{BAC23159-7A74-4BAA-BD40-FFAC3F031F02}"/>
              </a:ext>
            </a:extLst>
          </p:cNvPr>
          <p:cNvSpPr/>
          <p:nvPr/>
        </p:nvSpPr>
        <p:spPr>
          <a:xfrm>
            <a:off x="1369704" y="3231054"/>
            <a:ext cx="1536441" cy="1076468"/>
          </a:xfrm>
          <a:prstGeom prst="ellipse">
            <a:avLst/>
          </a:prstGeom>
          <a:gradFill rotWithShape="1">
            <a:gsLst>
              <a:gs pos="0">
                <a:srgbClr val="74AA50">
                  <a:lumMod val="110000"/>
                  <a:satMod val="105000"/>
                  <a:tint val="67000"/>
                </a:srgbClr>
              </a:gs>
              <a:gs pos="50000">
                <a:srgbClr val="74AA50">
                  <a:lumMod val="105000"/>
                  <a:satMod val="103000"/>
                  <a:tint val="73000"/>
                </a:srgbClr>
              </a:gs>
              <a:gs pos="100000">
                <a:srgbClr val="74AA5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74AA50"/>
            </a:solidFill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RFC 3986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URI</a:t>
            </a:r>
          </a:p>
        </p:txBody>
      </p:sp>
      <p:sp>
        <p:nvSpPr>
          <p:cNvPr id="41" name="Oval 40">
            <a:hlinkClick r:id="rId11"/>
            <a:extLst>
              <a:ext uri="{FF2B5EF4-FFF2-40B4-BE49-F238E27FC236}">
                <a16:creationId xmlns:a16="http://schemas.microsoft.com/office/drawing/2014/main" id="{75EC6653-F75C-4080-A22C-3BFC6A700962}"/>
              </a:ext>
            </a:extLst>
          </p:cNvPr>
          <p:cNvSpPr/>
          <p:nvPr/>
        </p:nvSpPr>
        <p:spPr>
          <a:xfrm>
            <a:off x="1411697" y="4474446"/>
            <a:ext cx="1536441" cy="1076468"/>
          </a:xfrm>
          <a:prstGeom prst="ellipse">
            <a:avLst/>
          </a:prstGeom>
          <a:gradFill rotWithShape="1">
            <a:gsLst>
              <a:gs pos="0">
                <a:srgbClr val="74AA50">
                  <a:lumMod val="110000"/>
                  <a:satMod val="105000"/>
                  <a:tint val="67000"/>
                </a:srgbClr>
              </a:gs>
              <a:gs pos="50000">
                <a:srgbClr val="74AA50">
                  <a:lumMod val="105000"/>
                  <a:satMod val="103000"/>
                  <a:tint val="73000"/>
                </a:srgbClr>
              </a:gs>
              <a:gs pos="100000">
                <a:srgbClr val="74AA50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74AA50"/>
            </a:solidFill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RFC 8949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CBOR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A83A845-2E65-4CAD-8C2D-BA92EA9437DB}"/>
              </a:ext>
            </a:extLst>
          </p:cNvPr>
          <p:cNvCxnSpPr>
            <a:cxnSpLocks/>
            <a:stCxn id="27" idx="1"/>
            <a:endCxn id="40" idx="6"/>
          </p:cNvCxnSpPr>
          <p:nvPr/>
        </p:nvCxnSpPr>
        <p:spPr>
          <a:xfrm flipH="1" flipV="1">
            <a:off x="2906145" y="3769288"/>
            <a:ext cx="746273" cy="202466"/>
          </a:xfrm>
          <a:prstGeom prst="straightConnector1">
            <a:avLst/>
          </a:prstGeom>
          <a:noFill/>
          <a:ln w="76200" cap="flat" cmpd="sng" algn="ctr">
            <a:solidFill>
              <a:srgbClr val="002C73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223D6DC-52C0-4461-8FB0-267922B31ED7}"/>
              </a:ext>
            </a:extLst>
          </p:cNvPr>
          <p:cNvCxnSpPr>
            <a:cxnSpLocks/>
            <a:stCxn id="27" idx="3"/>
            <a:endCxn id="41" idx="6"/>
          </p:cNvCxnSpPr>
          <p:nvPr/>
        </p:nvCxnSpPr>
        <p:spPr>
          <a:xfrm flipH="1">
            <a:off x="2948138" y="4723896"/>
            <a:ext cx="704280" cy="288784"/>
          </a:xfrm>
          <a:prstGeom prst="straightConnector1">
            <a:avLst/>
          </a:prstGeom>
          <a:noFill/>
          <a:ln w="76200" cap="flat" cmpd="sng" algn="ctr">
            <a:solidFill>
              <a:srgbClr val="002C73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4757862-5D8F-4FFC-A848-4C2F3F3252B6}"/>
              </a:ext>
            </a:extLst>
          </p:cNvPr>
          <p:cNvCxnSpPr>
            <a:cxnSpLocks/>
            <a:stCxn id="28" idx="6"/>
            <a:endCxn id="39" idx="2"/>
          </p:cNvCxnSpPr>
          <p:nvPr/>
        </p:nvCxnSpPr>
        <p:spPr>
          <a:xfrm flipV="1">
            <a:off x="8777368" y="3239082"/>
            <a:ext cx="512131" cy="154135"/>
          </a:xfrm>
          <a:prstGeom prst="straightConnector1">
            <a:avLst/>
          </a:prstGeom>
          <a:noFill/>
          <a:ln w="76200" cap="flat" cmpd="sng" algn="ctr">
            <a:solidFill>
              <a:srgbClr val="002C7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9EF19CB-AEDE-4214-A827-6658C09F6E14}"/>
              </a:ext>
            </a:extLst>
          </p:cNvPr>
          <p:cNvSpPr txBox="1"/>
          <p:nvPr/>
        </p:nvSpPr>
        <p:spPr>
          <a:xfrm>
            <a:off x="3981061" y="5973230"/>
            <a:ext cx="4229878" cy="36933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44546A">
                    <a:lumMod val="75000"/>
                  </a:srgbClr>
                </a:solidFill>
                <a:latin typeface="Arial" panose="020B0604020202020204"/>
              </a:rPr>
              <a:t>Icons include document links</a:t>
            </a:r>
            <a:endParaRPr lang="en-US" dirty="0">
              <a:solidFill>
                <a:srgbClr val="000000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686006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A880E73E-5728-4890-BDBC-3E22910C26D0}"/>
              </a:ext>
            </a:extLst>
          </p:cNvPr>
          <p:cNvSpPr/>
          <p:nvPr/>
        </p:nvSpPr>
        <p:spPr>
          <a:xfrm>
            <a:off x="4235496" y="2073254"/>
            <a:ext cx="4389758" cy="877078"/>
          </a:xfrm>
          <a:prstGeom prst="rect">
            <a:avLst/>
          </a:prstGeom>
          <a:solidFill>
            <a:srgbClr val="3E8EDE">
              <a:lumMod val="50000"/>
            </a:srgbClr>
          </a:solidFill>
          <a:ln w="12700" cap="flat" cmpd="sng" algn="ctr">
            <a:solidFill>
              <a:srgbClr val="002C7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Orchestrator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848B0CF-F62E-4B30-83CE-D05A6B4D0B50}"/>
              </a:ext>
            </a:extLst>
          </p:cNvPr>
          <p:cNvGrpSpPr/>
          <p:nvPr/>
        </p:nvGrpSpPr>
        <p:grpSpPr>
          <a:xfrm>
            <a:off x="4083530" y="2844701"/>
            <a:ext cx="4743562" cy="877078"/>
            <a:chOff x="6615715" y="3117262"/>
            <a:chExt cx="4743562" cy="877078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CC8B33C1-6787-449C-A724-54894C8191F3}"/>
                </a:ext>
              </a:extLst>
            </p:cNvPr>
            <p:cNvSpPr/>
            <p:nvPr/>
          </p:nvSpPr>
          <p:spPr>
            <a:xfrm>
              <a:off x="9297212" y="3117262"/>
              <a:ext cx="2062065" cy="877078"/>
            </a:xfrm>
            <a:prstGeom prst="roundRect">
              <a:avLst/>
            </a:prstGeom>
            <a:solidFill>
              <a:srgbClr val="3E8EDE"/>
            </a:solidFill>
            <a:ln w="12700" cap="flat" cmpd="sng" algn="ctr">
              <a:solidFill>
                <a:srgbClr val="002C73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Manager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93EA2A3-07AA-4EA0-95B1-DA169250BC46}"/>
                </a:ext>
              </a:extLst>
            </p:cNvPr>
            <p:cNvSpPr/>
            <p:nvPr/>
          </p:nvSpPr>
          <p:spPr>
            <a:xfrm>
              <a:off x="6615715" y="3117262"/>
              <a:ext cx="2062065" cy="877078"/>
            </a:xfrm>
            <a:prstGeom prst="roundRect">
              <a:avLst/>
            </a:prstGeom>
            <a:solidFill>
              <a:srgbClr val="3E8EDE"/>
            </a:solidFill>
            <a:ln w="12700" cap="flat" cmpd="sng" algn="ctr">
              <a:solidFill>
                <a:srgbClr val="002C73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Manager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F52A078-45DC-4416-A71F-E4AB4BB623E2}"/>
                </a:ext>
              </a:extLst>
            </p:cNvPr>
            <p:cNvSpPr txBox="1"/>
            <p:nvPr/>
          </p:nvSpPr>
          <p:spPr>
            <a:xfrm>
              <a:off x="8766923" y="3355746"/>
              <a:ext cx="441146" cy="40011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44546A">
                      <a:lumMod val="75000"/>
                    </a:srgbClr>
                  </a:solidFill>
                  <a:effectLst/>
                  <a:uLnTx/>
                  <a:uFillTx/>
                  <a:latin typeface="Arial" panose="020B0604020202020204"/>
                </a:rPr>
                <a:t>…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363CFB0-B14A-4155-A053-7F3540875CB3}"/>
              </a:ext>
            </a:extLst>
          </p:cNvPr>
          <p:cNvSpPr/>
          <p:nvPr/>
        </p:nvSpPr>
        <p:spPr>
          <a:xfrm>
            <a:off x="4084062" y="5041998"/>
            <a:ext cx="1455265" cy="877078"/>
          </a:xfrm>
          <a:prstGeom prst="rect">
            <a:avLst/>
          </a:prstGeom>
          <a:solidFill>
            <a:srgbClr val="3E8EDE">
              <a:lumMod val="50000"/>
            </a:srgbClr>
          </a:solidFill>
          <a:ln w="12700" cap="flat" cmpd="sng" algn="ctr">
            <a:solidFill>
              <a:srgbClr val="002C7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Managed Device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58CC3DF-FED6-4CC9-91EE-2BED3402231C}"/>
              </a:ext>
            </a:extLst>
          </p:cNvPr>
          <p:cNvSpPr/>
          <p:nvPr/>
        </p:nvSpPr>
        <p:spPr>
          <a:xfrm>
            <a:off x="3995672" y="4584859"/>
            <a:ext cx="1632045" cy="603380"/>
          </a:xfrm>
          <a:prstGeom prst="roundRect">
            <a:avLst/>
          </a:prstGeom>
          <a:solidFill>
            <a:srgbClr val="3E8EDE"/>
          </a:solidFill>
          <a:ln w="12700" cap="flat" cmpd="sng" algn="ctr">
            <a:solidFill>
              <a:srgbClr val="002C7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Agent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790710C-420C-46FE-819A-4850D7EEFE96}"/>
              </a:ext>
            </a:extLst>
          </p:cNvPr>
          <p:cNvSpPr/>
          <p:nvPr/>
        </p:nvSpPr>
        <p:spPr>
          <a:xfrm>
            <a:off x="6076067" y="5041998"/>
            <a:ext cx="1455265" cy="877078"/>
          </a:xfrm>
          <a:prstGeom prst="rect">
            <a:avLst/>
          </a:prstGeom>
          <a:solidFill>
            <a:srgbClr val="3E8EDE">
              <a:lumMod val="50000"/>
            </a:srgbClr>
          </a:solidFill>
          <a:ln w="12700" cap="flat" cmpd="sng" algn="ctr">
            <a:solidFill>
              <a:srgbClr val="002C7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Managed Device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1EC501C-840A-4F91-81EC-DD7117F95D48}"/>
              </a:ext>
            </a:extLst>
          </p:cNvPr>
          <p:cNvSpPr/>
          <p:nvPr/>
        </p:nvSpPr>
        <p:spPr>
          <a:xfrm>
            <a:off x="5987677" y="4584859"/>
            <a:ext cx="1632045" cy="603380"/>
          </a:xfrm>
          <a:prstGeom prst="roundRect">
            <a:avLst/>
          </a:prstGeom>
          <a:solidFill>
            <a:srgbClr val="3E8EDE"/>
          </a:solidFill>
          <a:ln w="12700" cap="flat" cmpd="sng" algn="ctr">
            <a:solidFill>
              <a:srgbClr val="002C7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Agent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D4AD46-CB8D-43BD-B4BC-B698E75EED24}"/>
              </a:ext>
            </a:extLst>
          </p:cNvPr>
          <p:cNvSpPr/>
          <p:nvPr/>
        </p:nvSpPr>
        <p:spPr>
          <a:xfrm>
            <a:off x="7975440" y="5041998"/>
            <a:ext cx="1455265" cy="877078"/>
          </a:xfrm>
          <a:prstGeom prst="rect">
            <a:avLst/>
          </a:prstGeom>
          <a:solidFill>
            <a:srgbClr val="3E8EDE">
              <a:lumMod val="50000"/>
            </a:srgbClr>
          </a:solidFill>
          <a:ln w="12700" cap="flat" cmpd="sng" algn="ctr">
            <a:solidFill>
              <a:srgbClr val="002C7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Managed Device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5888B12-974B-46CD-A6A5-AE731F862034}"/>
              </a:ext>
            </a:extLst>
          </p:cNvPr>
          <p:cNvSpPr/>
          <p:nvPr/>
        </p:nvSpPr>
        <p:spPr>
          <a:xfrm>
            <a:off x="7887050" y="4584859"/>
            <a:ext cx="1632045" cy="603380"/>
          </a:xfrm>
          <a:prstGeom prst="roundRect">
            <a:avLst/>
          </a:prstGeom>
          <a:solidFill>
            <a:srgbClr val="3E8EDE"/>
          </a:solidFill>
          <a:ln w="12700" cap="flat" cmpd="sng" algn="ctr">
            <a:solidFill>
              <a:srgbClr val="002C7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Agent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5ECDD78-8FDB-49AE-90DD-AA1A0240257A}"/>
              </a:ext>
            </a:extLst>
          </p:cNvPr>
          <p:cNvCxnSpPr>
            <a:cxnSpLocks/>
            <a:stCxn id="22" idx="2"/>
            <a:endCxn id="32" idx="0"/>
          </p:cNvCxnSpPr>
          <p:nvPr/>
        </p:nvCxnSpPr>
        <p:spPr>
          <a:xfrm>
            <a:off x="7796060" y="3721779"/>
            <a:ext cx="907013" cy="863080"/>
          </a:xfrm>
          <a:prstGeom prst="straightConnector1">
            <a:avLst/>
          </a:prstGeom>
          <a:noFill/>
          <a:ln w="57150" cap="flat" cmpd="sng" algn="ctr">
            <a:solidFill>
              <a:srgbClr val="002C73"/>
            </a:solidFill>
            <a:prstDash val="solid"/>
            <a:miter lim="800000"/>
            <a:headEnd type="oval" w="med" len="med"/>
            <a:tailEnd type="triangle" w="med" len="med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90784E7-5D19-47E8-8789-109C95C51956}"/>
              </a:ext>
            </a:extLst>
          </p:cNvPr>
          <p:cNvCxnSpPr>
            <a:cxnSpLocks/>
            <a:stCxn id="22" idx="2"/>
            <a:endCxn id="30" idx="0"/>
          </p:cNvCxnSpPr>
          <p:nvPr/>
        </p:nvCxnSpPr>
        <p:spPr>
          <a:xfrm flipH="1">
            <a:off x="6803700" y="3721779"/>
            <a:ext cx="992360" cy="863080"/>
          </a:xfrm>
          <a:prstGeom prst="straightConnector1">
            <a:avLst/>
          </a:prstGeom>
          <a:noFill/>
          <a:ln w="57150" cap="flat" cmpd="sng" algn="ctr">
            <a:solidFill>
              <a:srgbClr val="002C73"/>
            </a:solidFill>
            <a:prstDash val="solid"/>
            <a:miter lim="800000"/>
            <a:headEnd type="oval" w="med" len="med"/>
            <a:tailEnd type="triangle" w="med" len="med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2B05327-02AF-4420-8D8F-485362AC70BD}"/>
              </a:ext>
            </a:extLst>
          </p:cNvPr>
          <p:cNvCxnSpPr>
            <a:cxnSpLocks/>
            <a:stCxn id="23" idx="2"/>
            <a:endCxn id="28" idx="0"/>
          </p:cNvCxnSpPr>
          <p:nvPr/>
        </p:nvCxnSpPr>
        <p:spPr>
          <a:xfrm flipH="1">
            <a:off x="4811695" y="3721779"/>
            <a:ext cx="302868" cy="863080"/>
          </a:xfrm>
          <a:prstGeom prst="straightConnector1">
            <a:avLst/>
          </a:prstGeom>
          <a:noFill/>
          <a:ln w="57150" cap="flat" cmpd="sng" algn="ctr">
            <a:solidFill>
              <a:srgbClr val="002C73"/>
            </a:solidFill>
            <a:prstDash val="solid"/>
            <a:miter lim="800000"/>
            <a:headEnd type="oval" w="med" len="med"/>
            <a:tailEnd type="triangle" w="med" len="med"/>
          </a:ln>
          <a:effectLst/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65EA20A-054D-45B4-A7A6-C57328276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Case</a:t>
            </a:r>
          </a:p>
        </p:txBody>
      </p:sp>
    </p:spTree>
    <p:extLst>
      <p:ext uri="{BB962C8B-B14F-4D97-AF65-F5344CB8AC3E}">
        <p14:creationId xmlns:p14="http://schemas.microsoft.com/office/powerpoint/2010/main" val="268418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8694442-EF36-4770-B4A6-D509CA5986F6}"/>
              </a:ext>
            </a:extLst>
          </p:cNvPr>
          <p:cNvSpPr/>
          <p:nvPr/>
        </p:nvSpPr>
        <p:spPr>
          <a:xfrm>
            <a:off x="8071512" y="2142182"/>
            <a:ext cx="2062065" cy="877078"/>
          </a:xfrm>
          <a:prstGeom prst="roundRect">
            <a:avLst/>
          </a:prstGeom>
          <a:solidFill>
            <a:srgbClr val="3E8EDE"/>
          </a:solidFill>
          <a:ln w="12700" cap="flat" cmpd="sng" algn="ctr">
            <a:solidFill>
              <a:srgbClr val="002C7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Manager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9C5EA2A-3A91-4731-8479-00E927B5A832}"/>
              </a:ext>
            </a:extLst>
          </p:cNvPr>
          <p:cNvGrpSpPr/>
          <p:nvPr/>
        </p:nvGrpSpPr>
        <p:grpSpPr>
          <a:xfrm>
            <a:off x="8286521" y="4092928"/>
            <a:ext cx="1632045" cy="1334217"/>
            <a:chOff x="6527857" y="4857420"/>
            <a:chExt cx="1632045" cy="1334217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22EE646-A8E7-440C-9BC3-0F83C887FAFF}"/>
                </a:ext>
              </a:extLst>
            </p:cNvPr>
            <p:cNvSpPr/>
            <p:nvPr/>
          </p:nvSpPr>
          <p:spPr>
            <a:xfrm>
              <a:off x="6616247" y="5314559"/>
              <a:ext cx="1455265" cy="877078"/>
            </a:xfrm>
            <a:prstGeom prst="rect">
              <a:avLst/>
            </a:prstGeom>
            <a:solidFill>
              <a:srgbClr val="3E8EDE">
                <a:lumMod val="50000"/>
              </a:srgbClr>
            </a:solidFill>
            <a:ln w="12700" cap="flat" cmpd="sng" algn="ctr">
              <a:solidFill>
                <a:srgbClr val="002C73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Managed Device</a:t>
              </a: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12F11C2F-D5E2-4070-98F5-4E72D175DDB2}"/>
                </a:ext>
              </a:extLst>
            </p:cNvPr>
            <p:cNvSpPr/>
            <p:nvPr/>
          </p:nvSpPr>
          <p:spPr>
            <a:xfrm>
              <a:off x="6527857" y="4857420"/>
              <a:ext cx="1632045" cy="603380"/>
            </a:xfrm>
            <a:prstGeom prst="roundRect">
              <a:avLst/>
            </a:prstGeom>
            <a:solidFill>
              <a:srgbClr val="3E8EDE"/>
            </a:solidFill>
            <a:ln w="12700" cap="flat" cmpd="sng" algn="ctr">
              <a:solidFill>
                <a:srgbClr val="002C73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Agent</a:t>
              </a:r>
            </a:p>
          </p:txBody>
        </p:sp>
      </p:grp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A4ACFCA-D1D2-46BB-913D-3BF8CF1A7D2D}"/>
              </a:ext>
            </a:extLst>
          </p:cNvPr>
          <p:cNvCxnSpPr>
            <a:cxnSpLocks/>
            <a:stCxn id="49" idx="2"/>
            <a:endCxn id="52" idx="0"/>
          </p:cNvCxnSpPr>
          <p:nvPr/>
        </p:nvCxnSpPr>
        <p:spPr>
          <a:xfrm flipH="1">
            <a:off x="9102544" y="3019260"/>
            <a:ext cx="1" cy="1073668"/>
          </a:xfrm>
          <a:prstGeom prst="straightConnector1">
            <a:avLst/>
          </a:prstGeom>
          <a:noFill/>
          <a:ln w="57150" cap="flat" cmpd="sng" algn="ctr">
            <a:solidFill>
              <a:srgbClr val="002C73"/>
            </a:solidFill>
            <a:prstDash val="solid"/>
            <a:miter lim="800000"/>
            <a:headEnd type="oval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88267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975C181-4BE5-4D0A-9F29-C953319EF44D}"/>
              </a:ext>
            </a:extLst>
          </p:cNvPr>
          <p:cNvSpPr/>
          <p:nvPr/>
        </p:nvSpPr>
        <p:spPr>
          <a:xfrm>
            <a:off x="8071512" y="2142182"/>
            <a:ext cx="2062065" cy="877078"/>
          </a:xfrm>
          <a:prstGeom prst="roundRect">
            <a:avLst/>
          </a:prstGeom>
          <a:solidFill>
            <a:srgbClr val="3E8EDE"/>
          </a:solidFill>
          <a:ln w="12700" cap="flat" cmpd="sng" algn="ctr">
            <a:solidFill>
              <a:srgbClr val="002C7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Manager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64607A1-92B2-4AC1-B5BE-4A8557A53BD9}"/>
              </a:ext>
            </a:extLst>
          </p:cNvPr>
          <p:cNvGrpSpPr/>
          <p:nvPr/>
        </p:nvGrpSpPr>
        <p:grpSpPr>
          <a:xfrm>
            <a:off x="6742866" y="4369153"/>
            <a:ext cx="1632045" cy="1334217"/>
            <a:chOff x="6527857" y="4857420"/>
            <a:chExt cx="1632045" cy="133421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C55F562-9204-4FA7-8097-DAF49A23660C}"/>
                </a:ext>
              </a:extLst>
            </p:cNvPr>
            <p:cNvSpPr/>
            <p:nvPr/>
          </p:nvSpPr>
          <p:spPr>
            <a:xfrm>
              <a:off x="6616247" y="5314559"/>
              <a:ext cx="1455265" cy="877078"/>
            </a:xfrm>
            <a:prstGeom prst="rect">
              <a:avLst/>
            </a:prstGeom>
            <a:solidFill>
              <a:srgbClr val="3E8EDE">
                <a:lumMod val="50000"/>
              </a:srgbClr>
            </a:solidFill>
            <a:ln w="12700" cap="flat" cmpd="sng" algn="ctr">
              <a:solidFill>
                <a:srgbClr val="002C73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Managed Device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C6A33C88-4404-42F1-A224-55D4585F11E6}"/>
                </a:ext>
              </a:extLst>
            </p:cNvPr>
            <p:cNvSpPr/>
            <p:nvPr/>
          </p:nvSpPr>
          <p:spPr>
            <a:xfrm>
              <a:off x="6527857" y="4857420"/>
              <a:ext cx="1632045" cy="603380"/>
            </a:xfrm>
            <a:prstGeom prst="roundRect">
              <a:avLst/>
            </a:prstGeom>
            <a:solidFill>
              <a:srgbClr val="3E8EDE"/>
            </a:solidFill>
            <a:ln w="12700" cap="flat" cmpd="sng" algn="ctr">
              <a:solidFill>
                <a:srgbClr val="002C73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Agent</a:t>
              </a:r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6C717DB-E34C-4BCE-B05B-B833971C0729}"/>
              </a:ext>
            </a:extLst>
          </p:cNvPr>
          <p:cNvCxnSpPr>
            <a:cxnSpLocks/>
            <a:stCxn id="15" idx="2"/>
            <a:endCxn id="18" idx="0"/>
          </p:cNvCxnSpPr>
          <p:nvPr/>
        </p:nvCxnSpPr>
        <p:spPr>
          <a:xfrm flipH="1">
            <a:off x="7558889" y="3019260"/>
            <a:ext cx="1543656" cy="1349893"/>
          </a:xfrm>
          <a:prstGeom prst="straightConnector1">
            <a:avLst/>
          </a:prstGeom>
          <a:noFill/>
          <a:ln w="57150" cap="flat" cmpd="sng" algn="ctr">
            <a:solidFill>
              <a:srgbClr val="002C73"/>
            </a:solidFill>
            <a:prstDash val="solid"/>
            <a:miter lim="800000"/>
            <a:headEnd type="oval" w="med" len="med"/>
            <a:tailEnd type="triangle" w="med" len="med"/>
          </a:ln>
          <a:effectLst/>
        </p:spPr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2EB4C80-B75A-408C-A17F-ADF3578B959F}"/>
              </a:ext>
            </a:extLst>
          </p:cNvPr>
          <p:cNvGrpSpPr/>
          <p:nvPr/>
        </p:nvGrpSpPr>
        <p:grpSpPr>
          <a:xfrm>
            <a:off x="8527311" y="4369153"/>
            <a:ext cx="1632045" cy="1334217"/>
            <a:chOff x="6527857" y="4857420"/>
            <a:chExt cx="1632045" cy="1334217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1066EBE-8342-4991-8E73-0B814B2F5C1D}"/>
                </a:ext>
              </a:extLst>
            </p:cNvPr>
            <p:cNvSpPr/>
            <p:nvPr/>
          </p:nvSpPr>
          <p:spPr>
            <a:xfrm>
              <a:off x="6616247" y="5314559"/>
              <a:ext cx="1455265" cy="877078"/>
            </a:xfrm>
            <a:prstGeom prst="rect">
              <a:avLst/>
            </a:prstGeom>
            <a:solidFill>
              <a:srgbClr val="3E8EDE">
                <a:lumMod val="50000"/>
              </a:srgbClr>
            </a:solidFill>
            <a:ln w="12700" cap="flat" cmpd="sng" algn="ctr">
              <a:solidFill>
                <a:srgbClr val="002C73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Managed Device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7829F4FC-317D-4834-A93D-0E3136924358}"/>
                </a:ext>
              </a:extLst>
            </p:cNvPr>
            <p:cNvSpPr/>
            <p:nvPr/>
          </p:nvSpPr>
          <p:spPr>
            <a:xfrm>
              <a:off x="6527857" y="4857420"/>
              <a:ext cx="1632045" cy="603380"/>
            </a:xfrm>
            <a:prstGeom prst="roundRect">
              <a:avLst/>
            </a:prstGeom>
            <a:solidFill>
              <a:srgbClr val="3E8EDE"/>
            </a:solidFill>
            <a:ln w="12700" cap="flat" cmpd="sng" algn="ctr">
              <a:solidFill>
                <a:srgbClr val="002C73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Agent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64992A3-B9A8-45C3-B9FB-CCA348883782}"/>
              </a:ext>
            </a:extLst>
          </p:cNvPr>
          <p:cNvGrpSpPr/>
          <p:nvPr/>
        </p:nvGrpSpPr>
        <p:grpSpPr>
          <a:xfrm>
            <a:off x="10311756" y="4402116"/>
            <a:ext cx="1632045" cy="1334217"/>
            <a:chOff x="6527857" y="4857420"/>
            <a:chExt cx="1632045" cy="1334217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2363884-6A57-4A64-9FE3-619A9B80F119}"/>
                </a:ext>
              </a:extLst>
            </p:cNvPr>
            <p:cNvSpPr/>
            <p:nvPr/>
          </p:nvSpPr>
          <p:spPr>
            <a:xfrm>
              <a:off x="6616247" y="5314559"/>
              <a:ext cx="1455265" cy="877078"/>
            </a:xfrm>
            <a:prstGeom prst="rect">
              <a:avLst/>
            </a:prstGeom>
            <a:solidFill>
              <a:srgbClr val="3E8EDE">
                <a:lumMod val="50000"/>
              </a:srgbClr>
            </a:solidFill>
            <a:ln w="12700" cap="flat" cmpd="sng" algn="ctr">
              <a:solidFill>
                <a:srgbClr val="002C73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Managed Device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7163634C-4215-498B-8479-7904DD09B781}"/>
                </a:ext>
              </a:extLst>
            </p:cNvPr>
            <p:cNvSpPr/>
            <p:nvPr/>
          </p:nvSpPr>
          <p:spPr>
            <a:xfrm>
              <a:off x="6527857" y="4857420"/>
              <a:ext cx="1632045" cy="603380"/>
            </a:xfrm>
            <a:prstGeom prst="roundRect">
              <a:avLst/>
            </a:prstGeom>
            <a:solidFill>
              <a:srgbClr val="3E8EDE"/>
            </a:solidFill>
            <a:ln w="12700" cap="flat" cmpd="sng" algn="ctr">
              <a:solidFill>
                <a:srgbClr val="002C73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Agent</a:t>
              </a:r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561C3C7-0A0E-4BFD-B109-C08FA033E65D}"/>
              </a:ext>
            </a:extLst>
          </p:cNvPr>
          <p:cNvCxnSpPr>
            <a:cxnSpLocks/>
            <a:stCxn id="15" idx="2"/>
            <a:endCxn id="22" idx="0"/>
          </p:cNvCxnSpPr>
          <p:nvPr/>
        </p:nvCxnSpPr>
        <p:spPr>
          <a:xfrm>
            <a:off x="9102545" y="3019260"/>
            <a:ext cx="240789" cy="1349893"/>
          </a:xfrm>
          <a:prstGeom prst="straightConnector1">
            <a:avLst/>
          </a:prstGeom>
          <a:noFill/>
          <a:ln w="57150" cap="flat" cmpd="sng" algn="ctr">
            <a:solidFill>
              <a:srgbClr val="002C73"/>
            </a:solidFill>
            <a:prstDash val="solid"/>
            <a:miter lim="800000"/>
            <a:headEnd type="oval" w="med" len="med"/>
            <a:tailEnd type="triangle" w="med" len="med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7234A1F-ECA1-4FC9-879A-DED907966D71}"/>
              </a:ext>
            </a:extLst>
          </p:cNvPr>
          <p:cNvCxnSpPr>
            <a:cxnSpLocks/>
            <a:stCxn id="15" idx="2"/>
            <a:endCxn id="25" idx="0"/>
          </p:cNvCxnSpPr>
          <p:nvPr/>
        </p:nvCxnSpPr>
        <p:spPr>
          <a:xfrm>
            <a:off x="9102545" y="3019260"/>
            <a:ext cx="2025234" cy="1382856"/>
          </a:xfrm>
          <a:prstGeom prst="straightConnector1">
            <a:avLst/>
          </a:prstGeom>
          <a:noFill/>
          <a:ln w="57150" cap="flat" cmpd="sng" algn="ctr">
            <a:solidFill>
              <a:srgbClr val="002C73"/>
            </a:solidFill>
            <a:prstDash val="solid"/>
            <a:miter lim="800000"/>
            <a:headEnd type="oval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079869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3F1FF96-8A5A-4DF0-9D69-C893D1E81CFF}"/>
              </a:ext>
            </a:extLst>
          </p:cNvPr>
          <p:cNvSpPr/>
          <p:nvPr/>
        </p:nvSpPr>
        <p:spPr>
          <a:xfrm>
            <a:off x="8071512" y="2142182"/>
            <a:ext cx="2062065" cy="877078"/>
          </a:xfrm>
          <a:prstGeom prst="roundRect">
            <a:avLst/>
          </a:prstGeom>
          <a:solidFill>
            <a:srgbClr val="3E8EDE"/>
          </a:solidFill>
          <a:ln w="12700" cap="flat" cmpd="sng" algn="ctr">
            <a:solidFill>
              <a:srgbClr val="002C7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Manager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EB0702-0C3A-4A60-B660-16C9A6DF88F5}"/>
              </a:ext>
            </a:extLst>
          </p:cNvPr>
          <p:cNvSpPr/>
          <p:nvPr/>
        </p:nvSpPr>
        <p:spPr>
          <a:xfrm>
            <a:off x="6742867" y="4826292"/>
            <a:ext cx="5197058" cy="1071142"/>
          </a:xfrm>
          <a:prstGeom prst="rect">
            <a:avLst/>
          </a:prstGeom>
          <a:solidFill>
            <a:srgbClr val="3E8EDE">
              <a:lumMod val="50000"/>
            </a:srgbClr>
          </a:solidFill>
          <a:ln w="12700" cap="flat" cmpd="sng" algn="ctr">
            <a:solidFill>
              <a:srgbClr val="002C7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Managed Device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52CBA5A-43F2-49FC-8181-DB481137417C}"/>
              </a:ext>
            </a:extLst>
          </p:cNvPr>
          <p:cNvSpPr/>
          <p:nvPr/>
        </p:nvSpPr>
        <p:spPr>
          <a:xfrm>
            <a:off x="6742866" y="4369153"/>
            <a:ext cx="1632045" cy="603380"/>
          </a:xfrm>
          <a:prstGeom prst="roundRect">
            <a:avLst/>
          </a:prstGeom>
          <a:solidFill>
            <a:srgbClr val="3E8EDE"/>
          </a:solidFill>
          <a:ln w="12700" cap="flat" cmpd="sng" algn="ctr">
            <a:solidFill>
              <a:srgbClr val="002C7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Agent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D813758-5EA2-4450-90D0-8359610598A1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7558889" y="3019260"/>
            <a:ext cx="1543656" cy="1349893"/>
          </a:xfrm>
          <a:prstGeom prst="straightConnector1">
            <a:avLst/>
          </a:prstGeom>
          <a:noFill/>
          <a:ln w="57150" cap="flat" cmpd="sng" algn="ctr">
            <a:solidFill>
              <a:srgbClr val="002C73"/>
            </a:solidFill>
            <a:prstDash val="solid"/>
            <a:miter lim="800000"/>
            <a:headEnd type="oval" w="med" len="med"/>
            <a:tailEnd type="triangle" w="med" len="med"/>
          </a:ln>
          <a:effectLst/>
        </p:spPr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94819FA-FF38-4076-8A90-972957C77878}"/>
              </a:ext>
            </a:extLst>
          </p:cNvPr>
          <p:cNvSpPr/>
          <p:nvPr/>
        </p:nvSpPr>
        <p:spPr>
          <a:xfrm>
            <a:off x="8527311" y="4369153"/>
            <a:ext cx="1632045" cy="603380"/>
          </a:xfrm>
          <a:prstGeom prst="roundRect">
            <a:avLst/>
          </a:prstGeom>
          <a:solidFill>
            <a:srgbClr val="3E8EDE"/>
          </a:solidFill>
          <a:ln w="12700" cap="flat" cmpd="sng" algn="ctr">
            <a:solidFill>
              <a:srgbClr val="002C7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Agent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1B66280-FACA-4652-95BD-07676EB37794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>
            <a:off x="9102545" y="3019260"/>
            <a:ext cx="240789" cy="1349893"/>
          </a:xfrm>
          <a:prstGeom prst="straightConnector1">
            <a:avLst/>
          </a:prstGeom>
          <a:noFill/>
          <a:ln w="57150" cap="flat" cmpd="sng" algn="ctr">
            <a:solidFill>
              <a:srgbClr val="002C73"/>
            </a:solidFill>
            <a:prstDash val="solid"/>
            <a:miter lim="800000"/>
            <a:headEnd type="oval" w="med" len="med"/>
            <a:tailEnd type="triangle" w="med" len="med"/>
          </a:ln>
          <a:effectLst/>
        </p:spPr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F47EAEE-601A-4FFA-AE76-2B7B3B4E83EB}"/>
              </a:ext>
            </a:extLst>
          </p:cNvPr>
          <p:cNvSpPr/>
          <p:nvPr/>
        </p:nvSpPr>
        <p:spPr>
          <a:xfrm>
            <a:off x="10307880" y="4369153"/>
            <a:ext cx="1632045" cy="603380"/>
          </a:xfrm>
          <a:prstGeom prst="roundRect">
            <a:avLst/>
          </a:prstGeom>
          <a:solidFill>
            <a:srgbClr val="3E8EDE"/>
          </a:solidFill>
          <a:ln w="12700" cap="flat" cmpd="sng" algn="ctr">
            <a:solidFill>
              <a:srgbClr val="002C7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Agent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F340D39-9362-4481-9145-F0CE19F67AF3}"/>
              </a:ext>
            </a:extLst>
          </p:cNvPr>
          <p:cNvCxnSpPr>
            <a:cxnSpLocks/>
            <a:stCxn id="10" idx="2"/>
            <a:endCxn id="16" idx="0"/>
          </p:cNvCxnSpPr>
          <p:nvPr/>
        </p:nvCxnSpPr>
        <p:spPr>
          <a:xfrm>
            <a:off x="9102545" y="3019260"/>
            <a:ext cx="2021358" cy="1349893"/>
          </a:xfrm>
          <a:prstGeom prst="straightConnector1">
            <a:avLst/>
          </a:prstGeom>
          <a:noFill/>
          <a:ln w="57150" cap="flat" cmpd="sng" algn="ctr">
            <a:solidFill>
              <a:srgbClr val="002C73"/>
            </a:solidFill>
            <a:prstDash val="solid"/>
            <a:miter lim="800000"/>
            <a:headEnd type="oval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638348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ADF54C8F-4B7C-4E20-90C9-CD6CCB883154}"/>
              </a:ext>
            </a:extLst>
          </p:cNvPr>
          <p:cNvGrpSpPr/>
          <p:nvPr/>
        </p:nvGrpSpPr>
        <p:grpSpPr>
          <a:xfrm>
            <a:off x="6023009" y="1959922"/>
            <a:ext cx="4743562" cy="877078"/>
            <a:chOff x="6615715" y="3117262"/>
            <a:chExt cx="4743562" cy="87707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8FA408BF-442C-4C71-9A50-66E7060B551B}"/>
                </a:ext>
              </a:extLst>
            </p:cNvPr>
            <p:cNvSpPr/>
            <p:nvPr/>
          </p:nvSpPr>
          <p:spPr>
            <a:xfrm>
              <a:off x="9297212" y="3117262"/>
              <a:ext cx="2062065" cy="877078"/>
            </a:xfrm>
            <a:prstGeom prst="roundRect">
              <a:avLst/>
            </a:prstGeom>
            <a:solidFill>
              <a:srgbClr val="3E8EDE"/>
            </a:solidFill>
            <a:ln w="12700" cap="flat" cmpd="sng" algn="ctr">
              <a:solidFill>
                <a:srgbClr val="002C73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Manager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796B024-859F-482A-BC64-72F9199BD93D}"/>
                </a:ext>
              </a:extLst>
            </p:cNvPr>
            <p:cNvSpPr/>
            <p:nvPr/>
          </p:nvSpPr>
          <p:spPr>
            <a:xfrm>
              <a:off x="6615715" y="3117262"/>
              <a:ext cx="2062065" cy="877078"/>
            </a:xfrm>
            <a:prstGeom prst="roundRect">
              <a:avLst/>
            </a:prstGeom>
            <a:solidFill>
              <a:srgbClr val="3E8EDE"/>
            </a:solidFill>
            <a:ln w="12700" cap="flat" cmpd="sng" algn="ctr">
              <a:solidFill>
                <a:srgbClr val="002C73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Manager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8154232-6D8F-498A-B1A5-1B0ACC93E00B}"/>
                </a:ext>
              </a:extLst>
            </p:cNvPr>
            <p:cNvSpPr txBox="1"/>
            <p:nvPr/>
          </p:nvSpPr>
          <p:spPr>
            <a:xfrm>
              <a:off x="8766923" y="3355746"/>
              <a:ext cx="441146" cy="40011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44546A">
                      <a:lumMod val="75000"/>
                    </a:srgbClr>
                  </a:solidFill>
                  <a:effectLst/>
                  <a:uLnTx/>
                  <a:uFillTx/>
                  <a:latin typeface="Arial" panose="020B0604020202020204"/>
                </a:rPr>
                <a:t>…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477FF83-F37D-4555-8A9F-478063F05DFD}"/>
              </a:ext>
            </a:extLst>
          </p:cNvPr>
          <p:cNvGrpSpPr/>
          <p:nvPr/>
        </p:nvGrpSpPr>
        <p:grpSpPr>
          <a:xfrm>
            <a:off x="7578767" y="4184677"/>
            <a:ext cx="1632045" cy="1334217"/>
            <a:chOff x="6527857" y="4857420"/>
            <a:chExt cx="1632045" cy="1334217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D513E12-DD6D-452F-AC63-D0D704C59574}"/>
                </a:ext>
              </a:extLst>
            </p:cNvPr>
            <p:cNvSpPr/>
            <p:nvPr/>
          </p:nvSpPr>
          <p:spPr>
            <a:xfrm>
              <a:off x="6616247" y="5314559"/>
              <a:ext cx="1455265" cy="877078"/>
            </a:xfrm>
            <a:prstGeom prst="rect">
              <a:avLst/>
            </a:prstGeom>
            <a:solidFill>
              <a:srgbClr val="3E8EDE">
                <a:lumMod val="50000"/>
              </a:srgbClr>
            </a:solidFill>
            <a:ln w="12700" cap="flat" cmpd="sng" algn="ctr">
              <a:solidFill>
                <a:srgbClr val="002C73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Managed Device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172C7723-4E39-4FC3-9EF2-C1335284ACD9}"/>
                </a:ext>
              </a:extLst>
            </p:cNvPr>
            <p:cNvSpPr/>
            <p:nvPr/>
          </p:nvSpPr>
          <p:spPr>
            <a:xfrm>
              <a:off x="6527857" y="4857420"/>
              <a:ext cx="1632045" cy="603380"/>
            </a:xfrm>
            <a:prstGeom prst="roundRect">
              <a:avLst/>
            </a:prstGeom>
            <a:solidFill>
              <a:srgbClr val="3E8EDE"/>
            </a:solidFill>
            <a:ln w="12700" cap="flat" cmpd="sng" algn="ctr">
              <a:solidFill>
                <a:srgbClr val="002C73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Agent</a:t>
              </a:r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6B9680F-26FE-400B-8554-5A4B154CDC9A}"/>
              </a:ext>
            </a:extLst>
          </p:cNvPr>
          <p:cNvCxnSpPr>
            <a:cxnSpLocks/>
            <a:stCxn id="13" idx="2"/>
            <a:endCxn id="17" idx="0"/>
          </p:cNvCxnSpPr>
          <p:nvPr/>
        </p:nvCxnSpPr>
        <p:spPr>
          <a:xfrm>
            <a:off x="7054042" y="2837000"/>
            <a:ext cx="1340748" cy="1347677"/>
          </a:xfrm>
          <a:prstGeom prst="straightConnector1">
            <a:avLst/>
          </a:prstGeom>
          <a:noFill/>
          <a:ln w="57150" cap="flat" cmpd="sng" algn="ctr">
            <a:solidFill>
              <a:srgbClr val="002C73"/>
            </a:solidFill>
            <a:prstDash val="solid"/>
            <a:miter lim="800000"/>
            <a:headEnd type="oval" w="med" len="med"/>
            <a:tailEnd type="triangle" w="med" len="med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291A4FF-0C47-4004-949E-63984110F2BD}"/>
              </a:ext>
            </a:extLst>
          </p:cNvPr>
          <p:cNvCxnSpPr>
            <a:cxnSpLocks/>
            <a:stCxn id="12" idx="2"/>
            <a:endCxn id="17" idx="0"/>
          </p:cNvCxnSpPr>
          <p:nvPr/>
        </p:nvCxnSpPr>
        <p:spPr>
          <a:xfrm flipH="1">
            <a:off x="8394790" y="2837000"/>
            <a:ext cx="1340749" cy="1347677"/>
          </a:xfrm>
          <a:prstGeom prst="straightConnector1">
            <a:avLst/>
          </a:prstGeom>
          <a:noFill/>
          <a:ln w="57150" cap="flat" cmpd="sng" algn="ctr">
            <a:solidFill>
              <a:srgbClr val="002C73"/>
            </a:solidFill>
            <a:prstDash val="solid"/>
            <a:miter lim="800000"/>
            <a:headEnd type="oval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941022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E0DBC44-39B9-4B85-93F6-A3C2DE9408A8}"/>
              </a:ext>
            </a:extLst>
          </p:cNvPr>
          <p:cNvSpPr/>
          <p:nvPr/>
        </p:nvSpPr>
        <p:spPr>
          <a:xfrm>
            <a:off x="468250" y="4312093"/>
            <a:ext cx="5197058" cy="1071142"/>
          </a:xfrm>
          <a:prstGeom prst="rect">
            <a:avLst/>
          </a:prstGeom>
          <a:solidFill>
            <a:srgbClr val="3E8EDE">
              <a:lumMod val="50000"/>
            </a:srgbClr>
          </a:solidFill>
          <a:ln w="12700" cap="flat" cmpd="sng" algn="ctr">
            <a:solidFill>
              <a:srgbClr val="002C7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Managed Device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619562D-47C2-4F19-AAEE-BBA3533CE0EB}"/>
              </a:ext>
            </a:extLst>
          </p:cNvPr>
          <p:cNvSpPr/>
          <p:nvPr/>
        </p:nvSpPr>
        <p:spPr>
          <a:xfrm>
            <a:off x="468249" y="3854954"/>
            <a:ext cx="1632045" cy="603380"/>
          </a:xfrm>
          <a:prstGeom prst="roundRect">
            <a:avLst/>
          </a:prstGeom>
          <a:solidFill>
            <a:srgbClr val="3E8EDE"/>
          </a:solidFill>
          <a:ln w="12700" cap="flat" cmpd="sng" algn="ctr">
            <a:solidFill>
              <a:srgbClr val="002C7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Agent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AB9AF25-1DD2-4C5B-B732-640F75469319}"/>
              </a:ext>
            </a:extLst>
          </p:cNvPr>
          <p:cNvSpPr/>
          <p:nvPr/>
        </p:nvSpPr>
        <p:spPr>
          <a:xfrm>
            <a:off x="2252694" y="3854954"/>
            <a:ext cx="1632045" cy="603380"/>
          </a:xfrm>
          <a:prstGeom prst="roundRect">
            <a:avLst/>
          </a:prstGeom>
          <a:solidFill>
            <a:srgbClr val="3E8EDE"/>
          </a:solidFill>
          <a:ln w="12700" cap="flat" cmpd="sng" algn="ctr">
            <a:solidFill>
              <a:srgbClr val="002C7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Agent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7340181-7173-4011-B9BF-22856D3CB649}"/>
              </a:ext>
            </a:extLst>
          </p:cNvPr>
          <p:cNvSpPr/>
          <p:nvPr/>
        </p:nvSpPr>
        <p:spPr>
          <a:xfrm>
            <a:off x="4033263" y="3854954"/>
            <a:ext cx="1632045" cy="603380"/>
          </a:xfrm>
          <a:prstGeom prst="roundRect">
            <a:avLst/>
          </a:prstGeom>
          <a:solidFill>
            <a:srgbClr val="3E8EDE"/>
          </a:solidFill>
          <a:ln w="12700" cap="flat" cmpd="sng" algn="ctr">
            <a:solidFill>
              <a:srgbClr val="002C7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Agent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71FD6BE-0282-47BC-A9DF-A38AFF13D4B7}"/>
              </a:ext>
            </a:extLst>
          </p:cNvPr>
          <p:cNvGrpSpPr/>
          <p:nvPr/>
        </p:nvGrpSpPr>
        <p:grpSpPr>
          <a:xfrm>
            <a:off x="711351" y="1589554"/>
            <a:ext cx="4743562" cy="877078"/>
            <a:chOff x="6615715" y="3117262"/>
            <a:chExt cx="4743562" cy="877078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9C3E27A-C110-45CB-BFD0-BF44D2B1156C}"/>
                </a:ext>
              </a:extLst>
            </p:cNvPr>
            <p:cNvSpPr/>
            <p:nvPr/>
          </p:nvSpPr>
          <p:spPr>
            <a:xfrm>
              <a:off x="9297212" y="3117262"/>
              <a:ext cx="2062065" cy="877078"/>
            </a:xfrm>
            <a:prstGeom prst="roundRect">
              <a:avLst/>
            </a:prstGeom>
            <a:solidFill>
              <a:srgbClr val="3E8EDE"/>
            </a:solidFill>
            <a:ln w="12700" cap="flat" cmpd="sng" algn="ctr">
              <a:solidFill>
                <a:srgbClr val="002C73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Manager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9D0F6844-D5A6-4BCE-9FD7-9EA269BC8FE0}"/>
                </a:ext>
              </a:extLst>
            </p:cNvPr>
            <p:cNvSpPr/>
            <p:nvPr/>
          </p:nvSpPr>
          <p:spPr>
            <a:xfrm>
              <a:off x="6615715" y="3117262"/>
              <a:ext cx="2062065" cy="877078"/>
            </a:xfrm>
            <a:prstGeom prst="roundRect">
              <a:avLst/>
            </a:prstGeom>
            <a:solidFill>
              <a:srgbClr val="3E8EDE"/>
            </a:solidFill>
            <a:ln w="12700" cap="flat" cmpd="sng" algn="ctr">
              <a:solidFill>
                <a:srgbClr val="002C73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Manager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147D0F7-95CF-42BD-8C3B-EAE285086960}"/>
                </a:ext>
              </a:extLst>
            </p:cNvPr>
            <p:cNvSpPr txBox="1"/>
            <p:nvPr/>
          </p:nvSpPr>
          <p:spPr>
            <a:xfrm>
              <a:off x="8766923" y="3355746"/>
              <a:ext cx="441146" cy="40011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44546A">
                      <a:lumMod val="75000"/>
                    </a:srgbClr>
                  </a:solidFill>
                  <a:effectLst/>
                  <a:uLnTx/>
                  <a:uFillTx/>
                  <a:latin typeface="Arial" panose="020B0604020202020204"/>
                </a:rPr>
                <a:t>…</a:t>
              </a:r>
            </a:p>
          </p:txBody>
        </p:sp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3CA5A56-3BEB-4CE2-A5B1-B9ABD94C0CA0}"/>
              </a:ext>
            </a:extLst>
          </p:cNvPr>
          <p:cNvCxnSpPr>
            <a:cxnSpLocks/>
          </p:cNvCxnSpPr>
          <p:nvPr/>
        </p:nvCxnSpPr>
        <p:spPr>
          <a:xfrm>
            <a:off x="1763333" y="2495746"/>
            <a:ext cx="1340748" cy="1347677"/>
          </a:xfrm>
          <a:prstGeom prst="straightConnector1">
            <a:avLst/>
          </a:prstGeom>
          <a:noFill/>
          <a:ln w="57150" cap="flat" cmpd="sng" algn="ctr">
            <a:solidFill>
              <a:srgbClr val="002C73"/>
            </a:solidFill>
            <a:prstDash val="solid"/>
            <a:miter lim="800000"/>
            <a:headEnd type="oval" w="med" len="med"/>
            <a:tailEnd type="triangle" w="med" len="med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176E693-46EE-4556-BCDF-2354E8FC0709}"/>
              </a:ext>
            </a:extLst>
          </p:cNvPr>
          <p:cNvCxnSpPr>
            <a:cxnSpLocks/>
          </p:cNvCxnSpPr>
          <p:nvPr/>
        </p:nvCxnSpPr>
        <p:spPr>
          <a:xfrm flipH="1">
            <a:off x="3145128" y="2509984"/>
            <a:ext cx="1340749" cy="1347677"/>
          </a:xfrm>
          <a:prstGeom prst="straightConnector1">
            <a:avLst/>
          </a:prstGeom>
          <a:noFill/>
          <a:ln w="57150" cap="flat" cmpd="sng" algn="ctr">
            <a:solidFill>
              <a:srgbClr val="002C73"/>
            </a:solidFill>
            <a:prstDash val="solid"/>
            <a:miter lim="800000"/>
            <a:headEnd type="oval" w="med" len="med"/>
            <a:tailEnd type="triangle" w="med" len="med"/>
          </a:ln>
          <a:effectLst/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0BEF7FB-ABE7-4D8C-BC13-74F6048C1678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4484337" y="2509983"/>
            <a:ext cx="364949" cy="1344971"/>
          </a:xfrm>
          <a:prstGeom prst="straightConnector1">
            <a:avLst/>
          </a:prstGeom>
          <a:noFill/>
          <a:ln w="57150" cap="flat" cmpd="sng" algn="ctr">
            <a:solidFill>
              <a:srgbClr val="002C73"/>
            </a:solidFill>
            <a:prstDash val="solid"/>
            <a:miter lim="800000"/>
            <a:headEnd type="oval" w="med" len="med"/>
            <a:tailEnd type="triangle" w="med" len="med"/>
          </a:ln>
          <a:effectLst/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968A4BE-CE6C-47E2-AC53-1753A93FFEA0}"/>
              </a:ext>
            </a:extLst>
          </p:cNvPr>
          <p:cNvCxnSpPr>
            <a:cxnSpLocks/>
          </p:cNvCxnSpPr>
          <p:nvPr/>
        </p:nvCxnSpPr>
        <p:spPr>
          <a:xfrm flipH="1">
            <a:off x="1284272" y="2495746"/>
            <a:ext cx="483240" cy="1368000"/>
          </a:xfrm>
          <a:prstGeom prst="straightConnector1">
            <a:avLst/>
          </a:prstGeom>
          <a:noFill/>
          <a:ln w="57150" cap="flat" cmpd="sng" algn="ctr">
            <a:solidFill>
              <a:srgbClr val="002C73"/>
            </a:solidFill>
            <a:prstDash val="solid"/>
            <a:miter lim="800000"/>
            <a:headEnd type="oval" w="med" len="med"/>
            <a:tailEnd type="triangle" w="med" len="med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0D9A90D-21A1-4D2A-8152-35590BF467AE}"/>
              </a:ext>
            </a:extLst>
          </p:cNvPr>
          <p:cNvCxnSpPr>
            <a:cxnSpLocks/>
          </p:cNvCxnSpPr>
          <p:nvPr/>
        </p:nvCxnSpPr>
        <p:spPr>
          <a:xfrm flipH="1">
            <a:off x="1343788" y="2495745"/>
            <a:ext cx="3137168" cy="1347678"/>
          </a:xfrm>
          <a:prstGeom prst="straightConnector1">
            <a:avLst/>
          </a:prstGeom>
          <a:noFill/>
          <a:ln w="57150" cap="flat" cmpd="sng" algn="ctr">
            <a:solidFill>
              <a:srgbClr val="002C73"/>
            </a:solidFill>
            <a:prstDash val="solid"/>
            <a:miter lim="800000"/>
            <a:headEnd type="oval" w="med" len="med"/>
            <a:tailEnd type="triangle" w="med" len="med"/>
          </a:ln>
          <a:effectLst/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6817EFD-583C-41A5-A028-8971FCAA3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4511" y="1589554"/>
            <a:ext cx="5206435" cy="380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544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6FC7D63-2ED6-4559-95C6-19845BA5823F}"/>
              </a:ext>
            </a:extLst>
          </p:cNvPr>
          <p:cNvSpPr/>
          <p:nvPr/>
        </p:nvSpPr>
        <p:spPr>
          <a:xfrm>
            <a:off x="6537742" y="1933803"/>
            <a:ext cx="5197058" cy="1071142"/>
          </a:xfrm>
          <a:prstGeom prst="rect">
            <a:avLst/>
          </a:prstGeom>
          <a:solidFill>
            <a:srgbClr val="3E8EDE">
              <a:lumMod val="50000"/>
            </a:srgbClr>
          </a:solidFill>
          <a:ln w="12700" cap="flat" cmpd="sng" algn="ctr">
            <a:solidFill>
              <a:srgbClr val="002C7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Managed Device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612B64F-4537-4611-B8D6-17A036A9DCDB}"/>
              </a:ext>
            </a:extLst>
          </p:cNvPr>
          <p:cNvSpPr/>
          <p:nvPr/>
        </p:nvSpPr>
        <p:spPr>
          <a:xfrm>
            <a:off x="6537741" y="1181099"/>
            <a:ext cx="1632045" cy="1002263"/>
          </a:xfrm>
          <a:prstGeom prst="roundRect">
            <a:avLst/>
          </a:prstGeom>
          <a:solidFill>
            <a:srgbClr val="3E8EDE"/>
          </a:solidFill>
          <a:ln w="12700" cap="flat" cmpd="sng" algn="ctr">
            <a:solidFill>
              <a:srgbClr val="002C7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Agent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4483233-72CD-452E-9F9A-FD28F4CD3753}"/>
              </a:ext>
            </a:extLst>
          </p:cNvPr>
          <p:cNvSpPr/>
          <p:nvPr/>
        </p:nvSpPr>
        <p:spPr>
          <a:xfrm>
            <a:off x="8322186" y="1181099"/>
            <a:ext cx="1632045" cy="1002263"/>
          </a:xfrm>
          <a:prstGeom prst="roundRect">
            <a:avLst/>
          </a:prstGeom>
          <a:solidFill>
            <a:srgbClr val="3E8EDE"/>
          </a:solidFill>
          <a:ln w="12700" cap="flat" cmpd="sng" algn="ctr">
            <a:solidFill>
              <a:srgbClr val="002C7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Agent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EED6921-2D9B-40C3-82BA-ACFA72B9FA09}"/>
              </a:ext>
            </a:extLst>
          </p:cNvPr>
          <p:cNvSpPr/>
          <p:nvPr/>
        </p:nvSpPr>
        <p:spPr>
          <a:xfrm>
            <a:off x="10102755" y="1181099"/>
            <a:ext cx="1632045" cy="1002263"/>
          </a:xfrm>
          <a:prstGeom prst="roundRect">
            <a:avLst/>
          </a:prstGeom>
          <a:solidFill>
            <a:srgbClr val="3E8EDE"/>
          </a:solidFill>
          <a:ln w="12700" cap="flat" cmpd="sng" algn="ctr">
            <a:solidFill>
              <a:srgbClr val="002C7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Agent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0F33C9-E9E7-415D-9431-5172FBFC349D}"/>
              </a:ext>
            </a:extLst>
          </p:cNvPr>
          <p:cNvSpPr/>
          <p:nvPr/>
        </p:nvSpPr>
        <p:spPr>
          <a:xfrm>
            <a:off x="6537741" y="4676629"/>
            <a:ext cx="5197058" cy="1071142"/>
          </a:xfrm>
          <a:prstGeom prst="rect">
            <a:avLst/>
          </a:prstGeom>
          <a:solidFill>
            <a:srgbClr val="3E8EDE">
              <a:lumMod val="50000"/>
            </a:srgbClr>
          </a:solidFill>
          <a:ln w="12700" cap="flat" cmpd="sng" algn="ctr">
            <a:solidFill>
              <a:srgbClr val="002C7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Managed Device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C0B716D-BF67-453F-A9C0-236DD3D39E2A}"/>
              </a:ext>
            </a:extLst>
          </p:cNvPr>
          <p:cNvSpPr/>
          <p:nvPr/>
        </p:nvSpPr>
        <p:spPr>
          <a:xfrm>
            <a:off x="6704087" y="3829018"/>
            <a:ext cx="4902562" cy="1071142"/>
          </a:xfrm>
          <a:prstGeom prst="roundRect">
            <a:avLst/>
          </a:prstGeom>
          <a:solidFill>
            <a:srgbClr val="3E8EDE"/>
          </a:solidFill>
          <a:ln w="12700" cap="flat" cmpd="sng" algn="ctr">
            <a:solidFill>
              <a:srgbClr val="002C7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Agent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9C2B871-B11A-4958-8FA7-E6FA2FFF1038}"/>
              </a:ext>
            </a:extLst>
          </p:cNvPr>
          <p:cNvSpPr/>
          <p:nvPr/>
        </p:nvSpPr>
        <p:spPr>
          <a:xfrm>
            <a:off x="6704087" y="1630572"/>
            <a:ext cx="1299350" cy="449472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74AA5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Data Model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570E778-7C62-42E5-A927-8EEB98F916C9}"/>
              </a:ext>
            </a:extLst>
          </p:cNvPr>
          <p:cNvSpPr/>
          <p:nvPr/>
        </p:nvSpPr>
        <p:spPr>
          <a:xfrm>
            <a:off x="8486595" y="1630572"/>
            <a:ext cx="1299350" cy="449472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74AA5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Data Model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CC1C59C-40B5-45B0-BE47-7318C934A706}"/>
              </a:ext>
            </a:extLst>
          </p:cNvPr>
          <p:cNvSpPr/>
          <p:nvPr/>
        </p:nvSpPr>
        <p:spPr>
          <a:xfrm>
            <a:off x="10266226" y="1630572"/>
            <a:ext cx="1299350" cy="449472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74AA5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Data Model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59D9E00-824B-4804-A82C-0271F955FD78}"/>
              </a:ext>
            </a:extLst>
          </p:cNvPr>
          <p:cNvSpPr/>
          <p:nvPr/>
        </p:nvSpPr>
        <p:spPr>
          <a:xfrm>
            <a:off x="6870436" y="4348575"/>
            <a:ext cx="1299350" cy="449472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74AA5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Data Model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07B3CDA-E613-4DA6-B466-8A1B990A5BB2}"/>
              </a:ext>
            </a:extLst>
          </p:cNvPr>
          <p:cNvSpPr/>
          <p:nvPr/>
        </p:nvSpPr>
        <p:spPr>
          <a:xfrm>
            <a:off x="10137849" y="4348575"/>
            <a:ext cx="1299350" cy="449472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74AA5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Data Model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D4EA549-CDED-4A4B-B418-C6EDDC411BCC}"/>
              </a:ext>
            </a:extLst>
          </p:cNvPr>
          <p:cNvSpPr/>
          <p:nvPr/>
        </p:nvSpPr>
        <p:spPr>
          <a:xfrm>
            <a:off x="8486595" y="4348575"/>
            <a:ext cx="1299350" cy="449472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74AA5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Data Model</a:t>
            </a:r>
          </a:p>
        </p:txBody>
      </p:sp>
    </p:spTree>
    <p:extLst>
      <p:ext uri="{BB962C8B-B14F-4D97-AF65-F5344CB8AC3E}">
        <p14:creationId xmlns:p14="http://schemas.microsoft.com/office/powerpoint/2010/main" val="1104752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9632FF4-B72D-4E4B-8049-EE8E8050C342}"/>
              </a:ext>
            </a:extLst>
          </p:cNvPr>
          <p:cNvSpPr/>
          <p:nvPr/>
        </p:nvSpPr>
        <p:spPr>
          <a:xfrm>
            <a:off x="831534" y="5160580"/>
            <a:ext cx="5197058" cy="1071142"/>
          </a:xfrm>
          <a:prstGeom prst="rect">
            <a:avLst/>
          </a:prstGeom>
          <a:solidFill>
            <a:srgbClr val="3E8EDE">
              <a:lumMod val="50000"/>
            </a:srgbClr>
          </a:solidFill>
          <a:ln w="12700" cap="flat" cmpd="sng" algn="ctr">
            <a:solidFill>
              <a:srgbClr val="002C7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Managed Device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93CE668-74AD-4928-8184-601C945A0D76}"/>
              </a:ext>
            </a:extLst>
          </p:cNvPr>
          <p:cNvSpPr/>
          <p:nvPr/>
        </p:nvSpPr>
        <p:spPr>
          <a:xfrm>
            <a:off x="831533" y="4407876"/>
            <a:ext cx="1632045" cy="1002263"/>
          </a:xfrm>
          <a:prstGeom prst="roundRect">
            <a:avLst/>
          </a:prstGeom>
          <a:solidFill>
            <a:srgbClr val="3E8EDE"/>
          </a:solidFill>
          <a:ln w="12700" cap="flat" cmpd="sng" algn="ctr">
            <a:solidFill>
              <a:srgbClr val="002C7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Agent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12F4724-DD06-4446-B8B5-5A2CB9EE8DBB}"/>
              </a:ext>
            </a:extLst>
          </p:cNvPr>
          <p:cNvSpPr/>
          <p:nvPr/>
        </p:nvSpPr>
        <p:spPr>
          <a:xfrm>
            <a:off x="2615978" y="4407876"/>
            <a:ext cx="1632045" cy="1002263"/>
          </a:xfrm>
          <a:prstGeom prst="roundRect">
            <a:avLst/>
          </a:prstGeom>
          <a:solidFill>
            <a:srgbClr val="3E8EDE"/>
          </a:solidFill>
          <a:ln w="12700" cap="flat" cmpd="sng" algn="ctr">
            <a:solidFill>
              <a:srgbClr val="002C7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Agent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8F5EA3B-96B2-4936-BB47-82DC55E59A62}"/>
              </a:ext>
            </a:extLst>
          </p:cNvPr>
          <p:cNvSpPr/>
          <p:nvPr/>
        </p:nvSpPr>
        <p:spPr>
          <a:xfrm>
            <a:off x="4396547" y="4407876"/>
            <a:ext cx="1632045" cy="1002263"/>
          </a:xfrm>
          <a:prstGeom prst="roundRect">
            <a:avLst/>
          </a:prstGeom>
          <a:solidFill>
            <a:srgbClr val="3E8EDE"/>
          </a:solidFill>
          <a:ln w="12700" cap="flat" cmpd="sng" algn="ctr">
            <a:solidFill>
              <a:srgbClr val="002C7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Agent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5EF1DC9-8D6F-4F03-968A-85CF7DB59D0E}"/>
              </a:ext>
            </a:extLst>
          </p:cNvPr>
          <p:cNvSpPr/>
          <p:nvPr/>
        </p:nvSpPr>
        <p:spPr>
          <a:xfrm>
            <a:off x="997879" y="4857349"/>
            <a:ext cx="1299350" cy="449472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74AA5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Data Model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34CA20B-C469-4C79-874B-1C648DDF3E43}"/>
              </a:ext>
            </a:extLst>
          </p:cNvPr>
          <p:cNvSpPr/>
          <p:nvPr/>
        </p:nvSpPr>
        <p:spPr>
          <a:xfrm>
            <a:off x="2780387" y="4857349"/>
            <a:ext cx="1299350" cy="449472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74AA5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Data Model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0332B46-B175-4345-827F-E1E0DAA70483}"/>
              </a:ext>
            </a:extLst>
          </p:cNvPr>
          <p:cNvSpPr/>
          <p:nvPr/>
        </p:nvSpPr>
        <p:spPr>
          <a:xfrm>
            <a:off x="4560018" y="4857349"/>
            <a:ext cx="1299350" cy="449472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74AA5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Data Model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84E30A-C78E-4CFC-B66E-D4BE85C3A3DC}"/>
              </a:ext>
            </a:extLst>
          </p:cNvPr>
          <p:cNvSpPr/>
          <p:nvPr/>
        </p:nvSpPr>
        <p:spPr>
          <a:xfrm>
            <a:off x="6660833" y="5186608"/>
            <a:ext cx="5197058" cy="1071142"/>
          </a:xfrm>
          <a:prstGeom prst="rect">
            <a:avLst/>
          </a:prstGeom>
          <a:solidFill>
            <a:srgbClr val="3E8EDE">
              <a:lumMod val="50000"/>
            </a:srgbClr>
          </a:solidFill>
          <a:ln w="12700" cap="flat" cmpd="sng" algn="ctr">
            <a:solidFill>
              <a:srgbClr val="002C7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Managed Device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DD5FB3C-CB18-4EE7-BBF1-2BE6C5484B7A}"/>
              </a:ext>
            </a:extLst>
          </p:cNvPr>
          <p:cNvSpPr/>
          <p:nvPr/>
        </p:nvSpPr>
        <p:spPr>
          <a:xfrm>
            <a:off x="6827179" y="4338997"/>
            <a:ext cx="4902562" cy="1071142"/>
          </a:xfrm>
          <a:prstGeom prst="roundRect">
            <a:avLst/>
          </a:prstGeom>
          <a:solidFill>
            <a:srgbClr val="3E8EDE"/>
          </a:solidFill>
          <a:ln w="12700" cap="flat" cmpd="sng" algn="ctr">
            <a:solidFill>
              <a:srgbClr val="002C7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Agent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BA21914-0D06-4518-B7E8-8C14B3F33BCE}"/>
              </a:ext>
            </a:extLst>
          </p:cNvPr>
          <p:cNvSpPr/>
          <p:nvPr/>
        </p:nvSpPr>
        <p:spPr>
          <a:xfrm>
            <a:off x="6993528" y="4858554"/>
            <a:ext cx="1299350" cy="449472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74AA5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Data Model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F4C0FE7-8C86-42EF-8B47-EC27CCBE2C79}"/>
              </a:ext>
            </a:extLst>
          </p:cNvPr>
          <p:cNvSpPr/>
          <p:nvPr/>
        </p:nvSpPr>
        <p:spPr>
          <a:xfrm>
            <a:off x="10260941" y="4858554"/>
            <a:ext cx="1299350" cy="449472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74AA5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Data Model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9410B8B-54A5-4968-A296-738E4DEE7DDC}"/>
              </a:ext>
            </a:extLst>
          </p:cNvPr>
          <p:cNvSpPr/>
          <p:nvPr/>
        </p:nvSpPr>
        <p:spPr>
          <a:xfrm>
            <a:off x="8609687" y="4858554"/>
            <a:ext cx="1299350" cy="449472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74AA5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Data Model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1E1E26A-41A2-4AE5-A8F4-8FC7D3655E64}"/>
              </a:ext>
            </a:extLst>
          </p:cNvPr>
          <p:cNvSpPr/>
          <p:nvPr/>
        </p:nvSpPr>
        <p:spPr>
          <a:xfrm>
            <a:off x="2030273" y="1706785"/>
            <a:ext cx="2062065" cy="877078"/>
          </a:xfrm>
          <a:prstGeom prst="roundRect">
            <a:avLst/>
          </a:prstGeom>
          <a:solidFill>
            <a:srgbClr val="3E8EDE"/>
          </a:solidFill>
          <a:ln w="12700" cap="flat" cmpd="sng" algn="ctr">
            <a:solidFill>
              <a:srgbClr val="002C7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Manager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506BBA3-54E0-423E-92B5-4C69647909E1}"/>
              </a:ext>
            </a:extLst>
          </p:cNvPr>
          <p:cNvSpPr/>
          <p:nvPr/>
        </p:nvSpPr>
        <p:spPr>
          <a:xfrm>
            <a:off x="8241067" y="1744493"/>
            <a:ext cx="2062065" cy="877078"/>
          </a:xfrm>
          <a:prstGeom prst="roundRect">
            <a:avLst/>
          </a:prstGeom>
          <a:solidFill>
            <a:srgbClr val="3E8EDE"/>
          </a:solidFill>
          <a:ln w="12700" cap="flat" cmpd="sng" algn="ctr">
            <a:solidFill>
              <a:srgbClr val="002C7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Manager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03C1445-276D-4C18-8041-D4A462AE1B35}"/>
              </a:ext>
            </a:extLst>
          </p:cNvPr>
          <p:cNvCxnSpPr>
            <a:stCxn id="23" idx="2"/>
            <a:endCxn id="13" idx="0"/>
          </p:cNvCxnSpPr>
          <p:nvPr/>
        </p:nvCxnSpPr>
        <p:spPr>
          <a:xfrm>
            <a:off x="3061306" y="2583863"/>
            <a:ext cx="370695" cy="1824013"/>
          </a:xfrm>
          <a:prstGeom prst="straightConnector1">
            <a:avLst/>
          </a:prstGeom>
          <a:ln w="57150">
            <a:solidFill>
              <a:srgbClr val="002C73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A54BE0A-64E7-4F80-9861-7896CAB3E3F2}"/>
              </a:ext>
            </a:extLst>
          </p:cNvPr>
          <p:cNvCxnSpPr>
            <a:stCxn id="23" idx="2"/>
            <a:endCxn id="12" idx="0"/>
          </p:cNvCxnSpPr>
          <p:nvPr/>
        </p:nvCxnSpPr>
        <p:spPr>
          <a:xfrm flipH="1">
            <a:off x="1647556" y="2583863"/>
            <a:ext cx="1413750" cy="1824013"/>
          </a:xfrm>
          <a:prstGeom prst="straightConnector1">
            <a:avLst/>
          </a:prstGeom>
          <a:ln w="57150">
            <a:solidFill>
              <a:srgbClr val="002C73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2FF149D-8290-47B3-8CD1-A998ACD070B1}"/>
              </a:ext>
            </a:extLst>
          </p:cNvPr>
          <p:cNvCxnSpPr>
            <a:stCxn id="23" idx="2"/>
            <a:endCxn id="14" idx="0"/>
          </p:cNvCxnSpPr>
          <p:nvPr/>
        </p:nvCxnSpPr>
        <p:spPr>
          <a:xfrm>
            <a:off x="3061306" y="2583863"/>
            <a:ext cx="2151264" cy="1824013"/>
          </a:xfrm>
          <a:prstGeom prst="straightConnector1">
            <a:avLst/>
          </a:prstGeom>
          <a:ln w="57150">
            <a:solidFill>
              <a:srgbClr val="002C73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36027CE-1BCA-4531-B64F-0112520956CF}"/>
              </a:ext>
            </a:extLst>
          </p:cNvPr>
          <p:cNvCxnSpPr>
            <a:stCxn id="24" idx="2"/>
            <a:endCxn id="19" idx="0"/>
          </p:cNvCxnSpPr>
          <p:nvPr/>
        </p:nvCxnSpPr>
        <p:spPr>
          <a:xfrm>
            <a:off x="9272100" y="2621571"/>
            <a:ext cx="6360" cy="1717426"/>
          </a:xfrm>
          <a:prstGeom prst="straightConnector1">
            <a:avLst/>
          </a:prstGeom>
          <a:ln w="57150">
            <a:solidFill>
              <a:srgbClr val="002C73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3032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84611C9-4F54-4E77-8CB7-A91F4C7E4A67}"/>
              </a:ext>
            </a:extLst>
          </p:cNvPr>
          <p:cNvSpPr/>
          <p:nvPr/>
        </p:nvSpPr>
        <p:spPr>
          <a:xfrm>
            <a:off x="8094617" y="419100"/>
            <a:ext cx="2290355" cy="1553923"/>
          </a:xfrm>
          <a:prstGeom prst="rect">
            <a:avLst/>
          </a:prstGeom>
          <a:solidFill>
            <a:srgbClr val="3E8EDE">
              <a:lumMod val="50000"/>
            </a:srgbClr>
          </a:solidFill>
          <a:ln w="12700" cap="flat" cmpd="sng" algn="ctr">
            <a:solidFill>
              <a:srgbClr val="002C7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Orchestrator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7027F93-6ABB-4439-9F5B-68A6491C1EFC}"/>
              </a:ext>
            </a:extLst>
          </p:cNvPr>
          <p:cNvSpPr/>
          <p:nvPr/>
        </p:nvSpPr>
        <p:spPr>
          <a:xfrm>
            <a:off x="7912982" y="1974120"/>
            <a:ext cx="2677266" cy="673356"/>
          </a:xfrm>
          <a:prstGeom prst="roundRect">
            <a:avLst/>
          </a:prstGeom>
          <a:solidFill>
            <a:srgbClr val="3E8EDE"/>
          </a:solidFill>
          <a:ln w="12700" cap="flat" cmpd="sng" algn="ctr">
            <a:solidFill>
              <a:srgbClr val="002C7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Manager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E17BB19-A237-49E8-A0DA-06A61CB271C2}"/>
              </a:ext>
            </a:extLst>
          </p:cNvPr>
          <p:cNvSpPr/>
          <p:nvPr/>
        </p:nvSpPr>
        <p:spPr>
          <a:xfrm>
            <a:off x="7912981" y="3339582"/>
            <a:ext cx="2677266" cy="2481943"/>
          </a:xfrm>
          <a:prstGeom prst="roundRect">
            <a:avLst/>
          </a:prstGeom>
          <a:solidFill>
            <a:srgbClr val="3E8EDE"/>
          </a:solidFill>
          <a:ln w="12700" cap="flat" cmpd="sng" algn="ctr">
            <a:solidFill>
              <a:srgbClr val="002C7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Agent</a:t>
            </a:r>
          </a:p>
        </p:txBody>
      </p:sp>
      <p:cxnSp>
        <p:nvCxnSpPr>
          <p:cNvPr id="26" name="Straight Arrow Connector 15">
            <a:extLst>
              <a:ext uri="{FF2B5EF4-FFF2-40B4-BE49-F238E27FC236}">
                <a16:creationId xmlns:a16="http://schemas.microsoft.com/office/drawing/2014/main" id="{883A6DDF-9DB2-4170-94F0-4D47C7B12241}"/>
              </a:ext>
            </a:extLst>
          </p:cNvPr>
          <p:cNvCxnSpPr>
            <a:cxnSpLocks/>
            <a:stCxn id="27" idx="3"/>
            <a:endCxn id="28" idx="3"/>
          </p:cNvCxnSpPr>
          <p:nvPr/>
        </p:nvCxnSpPr>
        <p:spPr>
          <a:xfrm flipH="1" flipV="1">
            <a:off x="9954363" y="4270060"/>
            <a:ext cx="1" cy="911391"/>
          </a:xfrm>
          <a:prstGeom prst="curvedConnector3">
            <a:avLst>
              <a:gd name="adj1" fmla="val -22860000000"/>
            </a:avLst>
          </a:prstGeom>
          <a:noFill/>
          <a:ln w="76200" cap="flat" cmpd="sng" algn="ctr">
            <a:solidFill>
              <a:srgbClr val="002C7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019E386-8FAB-4796-A17F-067CBC2AE973}"/>
              </a:ext>
            </a:extLst>
          </p:cNvPr>
          <p:cNvSpPr/>
          <p:nvPr/>
        </p:nvSpPr>
        <p:spPr>
          <a:xfrm>
            <a:off x="8548862" y="4831746"/>
            <a:ext cx="1405502" cy="69941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74AA5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Data Model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3B7E667-1484-406C-A35C-246670AA201C}"/>
              </a:ext>
            </a:extLst>
          </p:cNvPr>
          <p:cNvSpPr/>
          <p:nvPr/>
        </p:nvSpPr>
        <p:spPr>
          <a:xfrm>
            <a:off x="8548861" y="3920355"/>
            <a:ext cx="1405502" cy="69941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74AA5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Autonomy Rules</a:t>
            </a:r>
          </a:p>
        </p:txBody>
      </p:sp>
      <p:cxnSp>
        <p:nvCxnSpPr>
          <p:cNvPr id="29" name="Straight Arrow Connector 15">
            <a:extLst>
              <a:ext uri="{FF2B5EF4-FFF2-40B4-BE49-F238E27FC236}">
                <a16:creationId xmlns:a16="http://schemas.microsoft.com/office/drawing/2014/main" id="{15F3F621-673A-4579-941C-123AC237E082}"/>
              </a:ext>
            </a:extLst>
          </p:cNvPr>
          <p:cNvCxnSpPr>
            <a:cxnSpLocks/>
            <a:stCxn id="28" idx="1"/>
            <a:endCxn id="27" idx="1"/>
          </p:cNvCxnSpPr>
          <p:nvPr/>
        </p:nvCxnSpPr>
        <p:spPr>
          <a:xfrm rot="10800000" flipH="1" flipV="1">
            <a:off x="8548860" y="4270059"/>
            <a:ext cx="1" cy="911391"/>
          </a:xfrm>
          <a:prstGeom prst="curvedConnector3">
            <a:avLst>
              <a:gd name="adj1" fmla="val -22860000000"/>
            </a:avLst>
          </a:prstGeom>
          <a:noFill/>
          <a:ln w="76200" cap="flat" cmpd="sng" algn="ctr">
            <a:solidFill>
              <a:srgbClr val="002C73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0" name="Straight Arrow Connector 28">
            <a:extLst>
              <a:ext uri="{FF2B5EF4-FFF2-40B4-BE49-F238E27FC236}">
                <a16:creationId xmlns:a16="http://schemas.microsoft.com/office/drawing/2014/main" id="{71950916-8D3B-4D1F-A3D9-07BCD917A9FB}"/>
              </a:ext>
            </a:extLst>
          </p:cNvPr>
          <p:cNvCxnSpPr>
            <a:cxnSpLocks/>
            <a:endCxn id="32" idx="3"/>
          </p:cNvCxnSpPr>
          <p:nvPr/>
        </p:nvCxnSpPr>
        <p:spPr>
          <a:xfrm rot="16200000" flipV="1">
            <a:off x="9734429" y="1501947"/>
            <a:ext cx="692106" cy="252240"/>
          </a:xfrm>
          <a:prstGeom prst="curvedConnector2">
            <a:avLst/>
          </a:prstGeom>
          <a:noFill/>
          <a:ln w="7620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1" name="Straight Arrow Connector 28">
            <a:extLst>
              <a:ext uri="{FF2B5EF4-FFF2-40B4-BE49-F238E27FC236}">
                <a16:creationId xmlns:a16="http://schemas.microsoft.com/office/drawing/2014/main" id="{7A014CBB-3CF9-4B10-931F-5D5B4E1E1F9B}"/>
              </a:ext>
            </a:extLst>
          </p:cNvPr>
          <p:cNvCxnSpPr>
            <a:cxnSpLocks/>
            <a:stCxn id="32" idx="1"/>
          </p:cNvCxnSpPr>
          <p:nvPr/>
        </p:nvCxnSpPr>
        <p:spPr>
          <a:xfrm rot="10800000" flipV="1">
            <a:off x="8326702" y="1282013"/>
            <a:ext cx="222158" cy="691009"/>
          </a:xfrm>
          <a:prstGeom prst="curvedConnector2">
            <a:avLst/>
          </a:prstGeom>
          <a:noFill/>
          <a:ln w="7620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B0E4E26-1EE7-4367-91E3-B49ADF595D6F}"/>
              </a:ext>
            </a:extLst>
          </p:cNvPr>
          <p:cNvSpPr/>
          <p:nvPr/>
        </p:nvSpPr>
        <p:spPr>
          <a:xfrm>
            <a:off x="8548860" y="997618"/>
            <a:ext cx="1405502" cy="568791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74AA5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Logic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2FC8C90-AEE3-4D14-95DB-F3ECF743BD4C}"/>
              </a:ext>
            </a:extLst>
          </p:cNvPr>
          <p:cNvCxnSpPr>
            <a:cxnSpLocks/>
          </p:cNvCxnSpPr>
          <p:nvPr/>
        </p:nvCxnSpPr>
        <p:spPr>
          <a:xfrm>
            <a:off x="8326701" y="2647476"/>
            <a:ext cx="1" cy="1811779"/>
          </a:xfrm>
          <a:prstGeom prst="straightConnector1">
            <a:avLst/>
          </a:prstGeom>
          <a:noFill/>
          <a:ln w="76200" cap="flat" cmpd="sng" algn="ctr">
            <a:solidFill>
              <a:srgbClr val="002C73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C0DCA1A-2FA3-4C79-B7F7-319289A32451}"/>
              </a:ext>
            </a:extLst>
          </p:cNvPr>
          <p:cNvCxnSpPr>
            <a:cxnSpLocks/>
          </p:cNvCxnSpPr>
          <p:nvPr/>
        </p:nvCxnSpPr>
        <p:spPr>
          <a:xfrm flipV="1">
            <a:off x="10206602" y="2647476"/>
            <a:ext cx="0" cy="1868711"/>
          </a:xfrm>
          <a:prstGeom prst="straightConnector1">
            <a:avLst/>
          </a:prstGeom>
          <a:noFill/>
          <a:ln w="76200" cap="flat" cmpd="sng" algn="ctr">
            <a:solidFill>
              <a:srgbClr val="002C7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1772D5C7-3712-4072-A2EB-A95D50837D65}"/>
              </a:ext>
            </a:extLst>
          </p:cNvPr>
          <p:cNvSpPr/>
          <p:nvPr/>
        </p:nvSpPr>
        <p:spPr>
          <a:xfrm>
            <a:off x="8326701" y="5821525"/>
            <a:ext cx="1890320" cy="627428"/>
          </a:xfrm>
          <a:prstGeom prst="rect">
            <a:avLst/>
          </a:prstGeom>
          <a:solidFill>
            <a:srgbClr val="3E8EDE">
              <a:lumMod val="50000"/>
            </a:srgbClr>
          </a:solidFill>
          <a:ln w="12700" cap="flat" cmpd="sng" algn="ctr">
            <a:solidFill>
              <a:srgbClr val="002C7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Managed Device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55911C0-6C72-4A20-A374-80371FB524BF}"/>
              </a:ext>
            </a:extLst>
          </p:cNvPr>
          <p:cNvCxnSpPr>
            <a:cxnSpLocks/>
          </p:cNvCxnSpPr>
          <p:nvPr/>
        </p:nvCxnSpPr>
        <p:spPr>
          <a:xfrm flipV="1">
            <a:off x="9750490" y="5531156"/>
            <a:ext cx="0" cy="290371"/>
          </a:xfrm>
          <a:prstGeom prst="straightConnector1">
            <a:avLst/>
          </a:prstGeom>
          <a:noFill/>
          <a:ln w="76200" cap="flat" cmpd="sng" algn="ctr">
            <a:solidFill>
              <a:srgbClr val="002C73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F6DE7E9-E79B-400D-B1A3-C35F0867382E}"/>
              </a:ext>
            </a:extLst>
          </p:cNvPr>
          <p:cNvCxnSpPr>
            <a:cxnSpLocks/>
          </p:cNvCxnSpPr>
          <p:nvPr/>
        </p:nvCxnSpPr>
        <p:spPr>
          <a:xfrm>
            <a:off x="8826759" y="5531156"/>
            <a:ext cx="1" cy="290370"/>
          </a:xfrm>
          <a:prstGeom prst="straightConnector1">
            <a:avLst/>
          </a:prstGeom>
          <a:noFill/>
          <a:ln w="76200" cap="flat" cmpd="sng" algn="ctr">
            <a:solidFill>
              <a:srgbClr val="002C73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88258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132</Words>
  <Application>Microsoft Office PowerPoint</Application>
  <PresentationFormat>Widescreen</PresentationFormat>
  <Paragraphs>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General Case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Babun, Leonardo</dc:creator>
  <cp:lastModifiedBy>Sipos, Brian J.</cp:lastModifiedBy>
  <cp:revision>10</cp:revision>
  <dcterms:created xsi:type="dcterms:W3CDTF">2025-11-12T19:57:49Z</dcterms:created>
  <dcterms:modified xsi:type="dcterms:W3CDTF">2026-04-27T17:32:09Z</dcterms:modified>
</cp:coreProperties>
</file>